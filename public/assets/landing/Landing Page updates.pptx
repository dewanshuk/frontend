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1" r:id="rId3"/>
    <p:sldId id="28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  <a:srgbClr val="E9EFFD"/>
    <a:srgbClr val="F3EEFE"/>
    <a:srgbClr val="162463"/>
    <a:srgbClr val="1B2090"/>
    <a:srgbClr val="1F25A5"/>
    <a:srgbClr val="1F58C3"/>
    <a:srgbClr val="7663D4"/>
    <a:srgbClr val="7C67CF"/>
    <a:srgbClr val="123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978" autoAdjust="0"/>
  </p:normalViewPr>
  <p:slideViewPr>
    <p:cSldViewPr snapToGrid="0">
      <p:cViewPr varScale="1">
        <p:scale>
          <a:sx n="99" d="100"/>
          <a:sy n="99" d="100"/>
        </p:scale>
        <p:origin x="9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/Singh Nitin Kumar, DPM(I-COMP)" userId="1d2cb0ee-a8e5-4ccf-9076-246fbb6f66f5" providerId="ADAL" clId="{CB690828-EE9E-48D8-AE9A-766888743AB1}"/>
    <pc:docChg chg="undo redo custSel addSld delSld modSld sldOrd">
      <pc:chgData name="HO/Singh Nitin Kumar, DPM(I-COMP)" userId="1d2cb0ee-a8e5-4ccf-9076-246fbb6f66f5" providerId="ADAL" clId="{CB690828-EE9E-48D8-AE9A-766888743AB1}" dt="2026-08-08T20:18:55.953" v="3624" actId="1076"/>
      <pc:docMkLst>
        <pc:docMk/>
      </pc:docMkLst>
      <pc:sldChg chg="addSp delSp modSp mod">
        <pc:chgData name="HO/Singh Nitin Kumar, DPM(I-COMP)" userId="1d2cb0ee-a8e5-4ccf-9076-246fbb6f66f5" providerId="ADAL" clId="{CB690828-EE9E-48D8-AE9A-766888743AB1}" dt="2026-07-30T12:42:05.241" v="372" actId="21"/>
        <pc:sldMkLst>
          <pc:docMk/>
          <pc:sldMk cId="1639765323" sldId="256"/>
        </pc:sldMkLst>
      </pc:sldChg>
      <pc:sldChg chg="addSp delSp modSp mod">
        <pc:chgData name="HO/Singh Nitin Kumar, DPM(I-COMP)" userId="1d2cb0ee-a8e5-4ccf-9076-246fbb6f66f5" providerId="ADAL" clId="{CB690828-EE9E-48D8-AE9A-766888743AB1}" dt="2026-07-30T14:40:29.178" v="1430" actId="207"/>
        <pc:sldMkLst>
          <pc:docMk/>
          <pc:sldMk cId="3122723864" sldId="257"/>
        </pc:sldMkLst>
        <pc:spChg chg="add mod">
          <ac:chgData name="HO/Singh Nitin Kumar, DPM(I-COMP)" userId="1d2cb0ee-a8e5-4ccf-9076-246fbb6f66f5" providerId="ADAL" clId="{CB690828-EE9E-48D8-AE9A-766888743AB1}" dt="2026-07-30T13:06:04.328" v="520" actId="1035"/>
          <ac:spMkLst>
            <pc:docMk/>
            <pc:sldMk cId="3122723864" sldId="257"/>
            <ac:spMk id="2" creationId="{40532329-CBF1-D5E2-9098-CDFD7CB43149}"/>
          </ac:spMkLst>
        </pc:spChg>
        <pc:spChg chg="add mod">
          <ac:chgData name="HO/Singh Nitin Kumar, DPM(I-COMP)" userId="1d2cb0ee-a8e5-4ccf-9076-246fbb6f66f5" providerId="ADAL" clId="{CB690828-EE9E-48D8-AE9A-766888743AB1}" dt="2026-07-30T13:15:31.673" v="640"/>
          <ac:spMkLst>
            <pc:docMk/>
            <pc:sldMk cId="3122723864" sldId="257"/>
            <ac:spMk id="3" creationId="{C5E94E57-2EB1-281F-47C5-CB4D3F3CABBB}"/>
          </ac:spMkLst>
        </pc:spChg>
        <pc:spChg chg="add del mod">
          <ac:chgData name="HO/Singh Nitin Kumar, DPM(I-COMP)" userId="1d2cb0ee-a8e5-4ccf-9076-246fbb6f66f5" providerId="ADAL" clId="{CB690828-EE9E-48D8-AE9A-766888743AB1}" dt="2026-07-30T14:00:02.635" v="1169" actId="20577"/>
          <ac:spMkLst>
            <pc:docMk/>
            <pc:sldMk cId="3122723864" sldId="257"/>
            <ac:spMk id="6" creationId="{0A83E6E3-E3CE-8BF5-F4B5-DF928298B700}"/>
          </ac:spMkLst>
        </pc:spChg>
        <pc:spChg chg="mod">
          <ac:chgData name="HO/Singh Nitin Kumar, DPM(I-COMP)" userId="1d2cb0ee-a8e5-4ccf-9076-246fbb6f66f5" providerId="ADAL" clId="{CB690828-EE9E-48D8-AE9A-766888743AB1}" dt="2026-07-30T13:13:06.796" v="639" actId="14100"/>
          <ac:spMkLst>
            <pc:docMk/>
            <pc:sldMk cId="3122723864" sldId="257"/>
            <ac:spMk id="7" creationId="{5B37AA98-B70C-9D40-A911-D5407C2F694B}"/>
          </ac:spMkLst>
        </pc:spChg>
        <pc:spChg chg="add mod">
          <ac:chgData name="HO/Singh Nitin Kumar, DPM(I-COMP)" userId="1d2cb0ee-a8e5-4ccf-9076-246fbb6f66f5" providerId="ADAL" clId="{CB690828-EE9E-48D8-AE9A-766888743AB1}" dt="2026-07-30T13:30:47.860" v="677" actId="14100"/>
          <ac:spMkLst>
            <pc:docMk/>
            <pc:sldMk cId="3122723864" sldId="257"/>
            <ac:spMk id="10" creationId="{83DD41D4-240E-1E94-5ADA-28E56B95429E}"/>
          </ac:spMkLst>
        </pc:spChg>
        <pc:spChg chg="add mod">
          <ac:chgData name="HO/Singh Nitin Kumar, DPM(I-COMP)" userId="1d2cb0ee-a8e5-4ccf-9076-246fbb6f66f5" providerId="ADAL" clId="{CB690828-EE9E-48D8-AE9A-766888743AB1}" dt="2026-07-30T13:54:03.813" v="1153" actId="113"/>
          <ac:spMkLst>
            <pc:docMk/>
            <pc:sldMk cId="3122723864" sldId="257"/>
            <ac:spMk id="11" creationId="{86FE61BE-B639-D269-79A6-A3B381FE3355}"/>
          </ac:spMkLst>
        </pc:spChg>
        <pc:spChg chg="add mod">
          <ac:chgData name="HO/Singh Nitin Kumar, DPM(I-COMP)" userId="1d2cb0ee-a8e5-4ccf-9076-246fbb6f66f5" providerId="ADAL" clId="{CB690828-EE9E-48D8-AE9A-766888743AB1}" dt="2026-07-30T14:40:29.178" v="1430" actId="207"/>
          <ac:spMkLst>
            <pc:docMk/>
            <pc:sldMk cId="3122723864" sldId="257"/>
            <ac:spMk id="12" creationId="{B73CCA17-6054-B2B0-2B10-3DBCEDB9B0D7}"/>
          </ac:spMkLst>
        </pc:spChg>
      </pc:sldChg>
      <pc:sldChg chg="addSp delSp modSp mod">
        <pc:chgData name="HO/Singh Nitin Kumar, DPM(I-COMP)" userId="1d2cb0ee-a8e5-4ccf-9076-246fbb6f66f5" providerId="ADAL" clId="{CB690828-EE9E-48D8-AE9A-766888743AB1}" dt="2026-07-30T14:40:40.380" v="1432" actId="113"/>
        <pc:sldMkLst>
          <pc:docMk/>
          <pc:sldMk cId="2893636523" sldId="258"/>
        </pc:sldMkLst>
        <pc:spChg chg="add mod">
          <ac:chgData name="HO/Singh Nitin Kumar, DPM(I-COMP)" userId="1d2cb0ee-a8e5-4ccf-9076-246fbb6f66f5" providerId="ADAL" clId="{CB690828-EE9E-48D8-AE9A-766888743AB1}" dt="2026-07-30T14:39:31.468" v="1422" actId="14100"/>
          <ac:spMkLst>
            <pc:docMk/>
            <pc:sldMk cId="2893636523" sldId="258"/>
            <ac:spMk id="2" creationId="{CFE37335-A9CD-CB44-D928-6547B5C5AF91}"/>
          </ac:spMkLst>
        </pc:spChg>
        <pc:spChg chg="add mod">
          <ac:chgData name="HO/Singh Nitin Kumar, DPM(I-COMP)" userId="1d2cb0ee-a8e5-4ccf-9076-246fbb6f66f5" providerId="ADAL" clId="{CB690828-EE9E-48D8-AE9A-766888743AB1}" dt="2026-07-30T14:40:33.046" v="1431" actId="207"/>
          <ac:spMkLst>
            <pc:docMk/>
            <pc:sldMk cId="2893636523" sldId="258"/>
            <ac:spMk id="3" creationId="{BACE96B2-D56B-90C3-6D97-5FEB6D2ADE20}"/>
          </ac:spMkLst>
        </pc:spChg>
        <pc:spChg chg="mod ord">
          <ac:chgData name="HO/Singh Nitin Kumar, DPM(I-COMP)" userId="1d2cb0ee-a8e5-4ccf-9076-246fbb6f66f5" providerId="ADAL" clId="{CB690828-EE9E-48D8-AE9A-766888743AB1}" dt="2026-07-30T13:11:11.829" v="625" actId="108"/>
          <ac:spMkLst>
            <pc:docMk/>
            <pc:sldMk cId="2893636523" sldId="258"/>
            <ac:spMk id="7" creationId="{0276BE10-FEF7-04A5-1ACA-B9886B32D7D0}"/>
          </ac:spMkLst>
        </pc:spChg>
        <pc:spChg chg="add mod">
          <ac:chgData name="HO/Singh Nitin Kumar, DPM(I-COMP)" userId="1d2cb0ee-a8e5-4ccf-9076-246fbb6f66f5" providerId="ADAL" clId="{CB690828-EE9E-48D8-AE9A-766888743AB1}" dt="2026-07-30T12:46:47.190" v="436" actId="207"/>
          <ac:spMkLst>
            <pc:docMk/>
            <pc:sldMk cId="2893636523" sldId="258"/>
            <ac:spMk id="11" creationId="{1FA8B1F6-DFF2-A74D-7CC3-67DD89552B51}"/>
          </ac:spMkLst>
        </pc:spChg>
        <pc:spChg chg="add del mod">
          <ac:chgData name="HO/Singh Nitin Kumar, DPM(I-COMP)" userId="1d2cb0ee-a8e5-4ccf-9076-246fbb6f66f5" providerId="ADAL" clId="{CB690828-EE9E-48D8-AE9A-766888743AB1}" dt="2026-07-30T13:11:12.216" v="626" actId="478"/>
          <ac:spMkLst>
            <pc:docMk/>
            <pc:sldMk cId="2893636523" sldId="258"/>
            <ac:spMk id="12" creationId="{A2ED94DA-08DA-2C57-0109-7FBC75ECC468}"/>
          </ac:spMkLst>
        </pc:spChg>
        <pc:spChg chg="add mod">
          <ac:chgData name="HO/Singh Nitin Kumar, DPM(I-COMP)" userId="1d2cb0ee-a8e5-4ccf-9076-246fbb6f66f5" providerId="ADAL" clId="{CB690828-EE9E-48D8-AE9A-766888743AB1}" dt="2026-07-30T14:40:40.380" v="1432" actId="113"/>
          <ac:spMkLst>
            <pc:docMk/>
            <pc:sldMk cId="2893636523" sldId="258"/>
            <ac:spMk id="13" creationId="{06E5EA20-D607-0120-A8A2-21790B36E02F}"/>
          </ac:spMkLst>
        </pc:spChg>
        <pc:spChg chg="add mod">
          <ac:chgData name="HO/Singh Nitin Kumar, DPM(I-COMP)" userId="1d2cb0ee-a8e5-4ccf-9076-246fbb6f66f5" providerId="ADAL" clId="{CB690828-EE9E-48D8-AE9A-766888743AB1}" dt="2026-07-30T13:54:10.933" v="1156" actId="20577"/>
          <ac:spMkLst>
            <pc:docMk/>
            <pc:sldMk cId="2893636523" sldId="258"/>
            <ac:spMk id="17" creationId="{37AAB3C0-4329-35BD-5DD0-76893F21217C}"/>
          </ac:spMkLst>
        </pc:spChg>
        <pc:spChg chg="add mod">
          <ac:chgData name="HO/Singh Nitin Kumar, DPM(I-COMP)" userId="1d2cb0ee-a8e5-4ccf-9076-246fbb6f66f5" providerId="ADAL" clId="{CB690828-EE9E-48D8-AE9A-766888743AB1}" dt="2026-07-30T14:06:50.130" v="1191" actId="1076"/>
          <ac:spMkLst>
            <pc:docMk/>
            <pc:sldMk cId="2893636523" sldId="258"/>
            <ac:spMk id="18" creationId="{B2399126-9EC9-CBF6-6D5F-6B26E18F3E24}"/>
          </ac:spMkLst>
        </pc:spChg>
        <pc:picChg chg="mod">
          <ac:chgData name="HO/Singh Nitin Kumar, DPM(I-COMP)" userId="1d2cb0ee-a8e5-4ccf-9076-246fbb6f66f5" providerId="ADAL" clId="{CB690828-EE9E-48D8-AE9A-766888743AB1}" dt="2026-07-30T13:10:58.822" v="621" actId="108"/>
          <ac:picMkLst>
            <pc:docMk/>
            <pc:sldMk cId="2893636523" sldId="258"/>
            <ac:picMk id="5" creationId="{F18FE5BD-84C5-84D9-3933-80BB105DF72C}"/>
          </ac:picMkLst>
        </pc:picChg>
      </pc:sldChg>
      <pc:sldChg chg="addSp delSp modSp mod ord">
        <pc:chgData name="HO/Singh Nitin Kumar, DPM(I-COMP)" userId="1d2cb0ee-a8e5-4ccf-9076-246fbb6f66f5" providerId="ADAL" clId="{CB690828-EE9E-48D8-AE9A-766888743AB1}" dt="2026-07-30T14:40:48.611" v="1434" actId="207"/>
        <pc:sldMkLst>
          <pc:docMk/>
          <pc:sldMk cId="2159972130" sldId="259"/>
        </pc:sldMkLst>
        <pc:spChg chg="add mod ord">
          <ac:chgData name="HO/Singh Nitin Kumar, DPM(I-COMP)" userId="1d2cb0ee-a8e5-4ccf-9076-246fbb6f66f5" providerId="ADAL" clId="{CB690828-EE9E-48D8-AE9A-766888743AB1}" dt="2026-07-30T13:47:01.801" v="977" actId="1038"/>
          <ac:spMkLst>
            <pc:docMk/>
            <pc:sldMk cId="2159972130" sldId="259"/>
            <ac:spMk id="2" creationId="{964EE828-BEB2-E8EF-60B2-F17F020C735D}"/>
          </ac:spMkLst>
        </pc:spChg>
        <pc:spChg chg="add mod ord">
          <ac:chgData name="HO/Singh Nitin Kumar, DPM(I-COMP)" userId="1d2cb0ee-a8e5-4ccf-9076-246fbb6f66f5" providerId="ADAL" clId="{CB690828-EE9E-48D8-AE9A-766888743AB1}" dt="2026-07-30T13:47:01.801" v="977" actId="1038"/>
          <ac:spMkLst>
            <pc:docMk/>
            <pc:sldMk cId="2159972130" sldId="259"/>
            <ac:spMk id="3" creationId="{0CCD569C-C5BB-B4DB-DA38-72C85B7CD7DC}"/>
          </ac:spMkLst>
        </pc:spChg>
        <pc:spChg chg="add mod ord">
          <ac:chgData name="HO/Singh Nitin Kumar, DPM(I-COMP)" userId="1d2cb0ee-a8e5-4ccf-9076-246fbb6f66f5" providerId="ADAL" clId="{CB690828-EE9E-48D8-AE9A-766888743AB1}" dt="2026-07-30T13:47:13.383" v="1016" actId="1036"/>
          <ac:spMkLst>
            <pc:docMk/>
            <pc:sldMk cId="2159972130" sldId="259"/>
            <ac:spMk id="4" creationId="{56758775-1FC9-A955-6633-5250BD69FEA4}"/>
          </ac:spMkLst>
        </pc:spChg>
        <pc:spChg chg="add mod ord">
          <ac:chgData name="HO/Singh Nitin Kumar, DPM(I-COMP)" userId="1d2cb0ee-a8e5-4ccf-9076-246fbb6f66f5" providerId="ADAL" clId="{CB690828-EE9E-48D8-AE9A-766888743AB1}" dt="2026-07-30T13:47:13.383" v="1016" actId="1036"/>
          <ac:spMkLst>
            <pc:docMk/>
            <pc:sldMk cId="2159972130" sldId="259"/>
            <ac:spMk id="6" creationId="{A1F0363D-06B0-94A3-C052-13E9558F8B2B}"/>
          </ac:spMkLst>
        </pc:spChg>
        <pc:spChg chg="add mod">
          <ac:chgData name="HO/Singh Nitin Kumar, DPM(I-COMP)" userId="1d2cb0ee-a8e5-4ccf-9076-246fbb6f66f5" providerId="ADAL" clId="{CB690828-EE9E-48D8-AE9A-766888743AB1}" dt="2026-07-30T13:45:04.171" v="911" actId="1037"/>
          <ac:spMkLst>
            <pc:docMk/>
            <pc:sldMk cId="2159972130" sldId="259"/>
            <ac:spMk id="8" creationId="{D3EB308A-A0F8-8459-D706-FF43BB4CE3D9}"/>
          </ac:spMkLst>
        </pc:spChg>
        <pc:spChg chg="add mod ord">
          <ac:chgData name="HO/Singh Nitin Kumar, DPM(I-COMP)" userId="1d2cb0ee-a8e5-4ccf-9076-246fbb6f66f5" providerId="ADAL" clId="{CB690828-EE9E-48D8-AE9A-766888743AB1}" dt="2026-07-30T13:47:13.383" v="1016" actId="1036"/>
          <ac:spMkLst>
            <pc:docMk/>
            <pc:sldMk cId="2159972130" sldId="259"/>
            <ac:spMk id="9" creationId="{6FF1FEA7-2EB9-7DAD-3E1F-4184C9D47EF5}"/>
          </ac:spMkLst>
        </pc:spChg>
        <pc:spChg chg="add mod ord">
          <ac:chgData name="HO/Singh Nitin Kumar, DPM(I-COMP)" userId="1d2cb0ee-a8e5-4ccf-9076-246fbb6f66f5" providerId="ADAL" clId="{CB690828-EE9E-48D8-AE9A-766888743AB1}" dt="2026-07-30T13:47:01.801" v="977" actId="1038"/>
          <ac:spMkLst>
            <pc:docMk/>
            <pc:sldMk cId="2159972130" sldId="259"/>
            <ac:spMk id="10" creationId="{D6B88FC8-530C-F5E0-EEF6-1373A479E48B}"/>
          </ac:spMkLst>
        </pc:spChg>
        <pc:spChg chg="add mod">
          <ac:chgData name="HO/Singh Nitin Kumar, DPM(I-COMP)" userId="1d2cb0ee-a8e5-4ccf-9076-246fbb6f66f5" providerId="ADAL" clId="{CB690828-EE9E-48D8-AE9A-766888743AB1}" dt="2026-07-30T13:45:49.184" v="921" actId="14100"/>
          <ac:spMkLst>
            <pc:docMk/>
            <pc:sldMk cId="2159972130" sldId="259"/>
            <ac:spMk id="11" creationId="{B13DE1ED-EF73-32F7-5782-5423198D4411}"/>
          </ac:spMkLst>
        </pc:spChg>
        <pc:spChg chg="add mod">
          <ac:chgData name="HO/Singh Nitin Kumar, DPM(I-COMP)" userId="1d2cb0ee-a8e5-4ccf-9076-246fbb6f66f5" providerId="ADAL" clId="{CB690828-EE9E-48D8-AE9A-766888743AB1}" dt="2026-07-30T14:40:48.611" v="1434" actId="207"/>
          <ac:spMkLst>
            <pc:docMk/>
            <pc:sldMk cId="2159972130" sldId="259"/>
            <ac:spMk id="14" creationId="{188E0F41-FD47-7E33-CB75-930F9C68117E}"/>
          </ac:spMkLst>
        </pc:spChg>
        <pc:spChg chg="add mod">
          <ac:chgData name="HO/Singh Nitin Kumar, DPM(I-COMP)" userId="1d2cb0ee-a8e5-4ccf-9076-246fbb6f66f5" providerId="ADAL" clId="{CB690828-EE9E-48D8-AE9A-766888743AB1}" dt="2026-07-30T13:53:53.055" v="1142"/>
          <ac:spMkLst>
            <pc:docMk/>
            <pc:sldMk cId="2159972130" sldId="259"/>
            <ac:spMk id="15" creationId="{4D7053BD-ADBB-298E-8F19-4DBC8E3A7F16}"/>
          </ac:spMkLst>
        </pc:spChg>
        <pc:spChg chg="add mod">
          <ac:chgData name="HO/Singh Nitin Kumar, DPM(I-COMP)" userId="1d2cb0ee-a8e5-4ccf-9076-246fbb6f66f5" providerId="ADAL" clId="{CB690828-EE9E-48D8-AE9A-766888743AB1}" dt="2026-07-30T14:38:24.195" v="1395" actId="20577"/>
          <ac:spMkLst>
            <pc:docMk/>
            <pc:sldMk cId="2159972130" sldId="259"/>
            <ac:spMk id="16" creationId="{42A249EC-5BC0-34DE-91B8-FEF961555CC6}"/>
          </ac:spMkLst>
        </pc:spChg>
        <pc:cxnChg chg="add mod">
          <ac:chgData name="HO/Singh Nitin Kumar, DPM(I-COMP)" userId="1d2cb0ee-a8e5-4ccf-9076-246fbb6f66f5" providerId="ADAL" clId="{CB690828-EE9E-48D8-AE9A-766888743AB1}" dt="2026-07-30T13:53:04.540" v="1073" actId="14100"/>
          <ac:cxnSpMkLst>
            <pc:docMk/>
            <pc:sldMk cId="2159972130" sldId="259"/>
            <ac:cxnSpMk id="13" creationId="{9C042142-CB09-87D3-EC1A-6A14C249E0BF}"/>
          </ac:cxnSpMkLst>
        </pc:cxnChg>
      </pc:sldChg>
      <pc:sldChg chg="addSp modSp mod ord">
        <pc:chgData name="HO/Singh Nitin Kumar, DPM(I-COMP)" userId="1d2cb0ee-a8e5-4ccf-9076-246fbb6f66f5" providerId="ADAL" clId="{CB690828-EE9E-48D8-AE9A-766888743AB1}" dt="2026-07-30T11:59:20.920" v="206" actId="20578"/>
        <pc:sldMkLst>
          <pc:docMk/>
          <pc:sldMk cId="2252462193" sldId="260"/>
        </pc:sldMkLst>
        <pc:spChg chg="add mod">
          <ac:chgData name="HO/Singh Nitin Kumar, DPM(I-COMP)" userId="1d2cb0ee-a8e5-4ccf-9076-246fbb6f66f5" providerId="ADAL" clId="{CB690828-EE9E-48D8-AE9A-766888743AB1}" dt="2026-07-30T11:54:15.642" v="106" actId="14100"/>
          <ac:spMkLst>
            <pc:docMk/>
            <pc:sldMk cId="2252462193" sldId="260"/>
            <ac:spMk id="3" creationId="{ACA2112D-F4C3-D68A-46C5-103FA74BF8CF}"/>
          </ac:spMkLst>
        </pc:spChg>
        <pc:spChg chg="add mod">
          <ac:chgData name="HO/Singh Nitin Kumar, DPM(I-COMP)" userId="1d2cb0ee-a8e5-4ccf-9076-246fbb6f66f5" providerId="ADAL" clId="{CB690828-EE9E-48D8-AE9A-766888743AB1}" dt="2026-07-30T11:54:10.806" v="105" actId="14100"/>
          <ac:spMkLst>
            <pc:docMk/>
            <pc:sldMk cId="2252462193" sldId="260"/>
            <ac:spMk id="6" creationId="{58AB49A9-2F35-84FF-8732-D10857070A37}"/>
          </ac:spMkLst>
        </pc:spChg>
        <pc:spChg chg="add mod">
          <ac:chgData name="HO/Singh Nitin Kumar, DPM(I-COMP)" userId="1d2cb0ee-a8e5-4ccf-9076-246fbb6f66f5" providerId="ADAL" clId="{CB690828-EE9E-48D8-AE9A-766888743AB1}" dt="2026-07-30T11:54:27.999" v="125" actId="20577"/>
          <ac:spMkLst>
            <pc:docMk/>
            <pc:sldMk cId="2252462193" sldId="260"/>
            <ac:spMk id="8" creationId="{E6FE7B35-D08D-B7AB-2AB0-D48B93FB9EDB}"/>
          </ac:spMkLst>
        </pc:spChg>
      </pc:sldChg>
      <pc:sldChg chg="addSp delSp modSp mod ord">
        <pc:chgData name="HO/Singh Nitin Kumar, DPM(I-COMP)" userId="1d2cb0ee-a8e5-4ccf-9076-246fbb6f66f5" providerId="ADAL" clId="{CB690828-EE9E-48D8-AE9A-766888743AB1}" dt="2026-07-30T14:38:34.915" v="1396"/>
        <pc:sldMkLst>
          <pc:docMk/>
          <pc:sldMk cId="3696357733" sldId="261"/>
        </pc:sldMkLst>
        <pc:spChg chg="add mod">
          <ac:chgData name="HO/Singh Nitin Kumar, DPM(I-COMP)" userId="1d2cb0ee-a8e5-4ccf-9076-246fbb6f66f5" providerId="ADAL" clId="{CB690828-EE9E-48D8-AE9A-766888743AB1}" dt="2026-07-30T13:31:21.885" v="684" actId="14100"/>
          <ac:spMkLst>
            <pc:docMk/>
            <pc:sldMk cId="3696357733" sldId="261"/>
            <ac:spMk id="2" creationId="{4B61B340-780D-1E1F-7ACF-58F3031F2714}"/>
          </ac:spMkLst>
        </pc:spChg>
        <pc:spChg chg="add mod">
          <ac:chgData name="HO/Singh Nitin Kumar, DPM(I-COMP)" userId="1d2cb0ee-a8e5-4ccf-9076-246fbb6f66f5" providerId="ADAL" clId="{CB690828-EE9E-48D8-AE9A-766888743AB1}" dt="2026-07-30T14:36:19.993" v="1371" actId="14100"/>
          <ac:spMkLst>
            <pc:docMk/>
            <pc:sldMk cId="3696357733" sldId="261"/>
            <ac:spMk id="4" creationId="{4F5BB6F0-5169-C10F-8506-359CD4BACBEB}"/>
          </ac:spMkLst>
        </pc:spChg>
        <pc:spChg chg="add mod">
          <ac:chgData name="HO/Singh Nitin Kumar, DPM(I-COMP)" userId="1d2cb0ee-a8e5-4ccf-9076-246fbb6f66f5" providerId="ADAL" clId="{CB690828-EE9E-48D8-AE9A-766888743AB1}" dt="2026-07-30T14:38:15.772" v="1393" actId="20577"/>
          <ac:spMkLst>
            <pc:docMk/>
            <pc:sldMk cId="3696357733" sldId="261"/>
            <ac:spMk id="7" creationId="{EF42F1E5-24A4-8484-A845-D7CA725E772F}"/>
          </ac:spMkLst>
        </pc:spChg>
        <pc:spChg chg="add mod">
          <ac:chgData name="HO/Singh Nitin Kumar, DPM(I-COMP)" userId="1d2cb0ee-a8e5-4ccf-9076-246fbb6f66f5" providerId="ADAL" clId="{CB690828-EE9E-48D8-AE9A-766888743AB1}" dt="2026-07-30T14:37:55.630" v="1390" actId="1076"/>
          <ac:spMkLst>
            <pc:docMk/>
            <pc:sldMk cId="3696357733" sldId="261"/>
            <ac:spMk id="8" creationId="{C589254D-9A3A-9D0A-EE7F-F6858F670DB5}"/>
          </ac:spMkLst>
        </pc:spChg>
        <pc:spChg chg="add mod">
          <ac:chgData name="HO/Singh Nitin Kumar, DPM(I-COMP)" userId="1d2cb0ee-a8e5-4ccf-9076-246fbb6f66f5" providerId="ADAL" clId="{CB690828-EE9E-48D8-AE9A-766888743AB1}" dt="2026-07-30T14:37:55.630" v="1390" actId="1076"/>
          <ac:spMkLst>
            <pc:docMk/>
            <pc:sldMk cId="3696357733" sldId="261"/>
            <ac:spMk id="12" creationId="{14F5D326-156F-0107-6DC6-15504AAD8D74}"/>
          </ac:spMkLst>
        </pc:spChg>
        <pc:spChg chg="add mod">
          <ac:chgData name="HO/Singh Nitin Kumar, DPM(I-COMP)" userId="1d2cb0ee-a8e5-4ccf-9076-246fbb6f66f5" providerId="ADAL" clId="{CB690828-EE9E-48D8-AE9A-766888743AB1}" dt="2026-07-30T14:37:55.630" v="1390" actId="1076"/>
          <ac:spMkLst>
            <pc:docMk/>
            <pc:sldMk cId="3696357733" sldId="261"/>
            <ac:spMk id="14" creationId="{FACAF3B7-84EB-BFDE-8CA6-00DE115FBC98}"/>
          </ac:spMkLst>
        </pc:spChg>
        <pc:spChg chg="add mod">
          <ac:chgData name="HO/Singh Nitin Kumar, DPM(I-COMP)" userId="1d2cb0ee-a8e5-4ccf-9076-246fbb6f66f5" providerId="ADAL" clId="{CB690828-EE9E-48D8-AE9A-766888743AB1}" dt="2026-07-30T14:37:55.630" v="1390" actId="1076"/>
          <ac:spMkLst>
            <pc:docMk/>
            <pc:sldMk cId="3696357733" sldId="261"/>
            <ac:spMk id="16" creationId="{27F2A6DB-F469-8864-C008-353D4C22F38A}"/>
          </ac:spMkLst>
        </pc:spChg>
        <pc:spChg chg="add mod">
          <ac:chgData name="HO/Singh Nitin Kumar, DPM(I-COMP)" userId="1d2cb0ee-a8e5-4ccf-9076-246fbb6f66f5" providerId="ADAL" clId="{CB690828-EE9E-48D8-AE9A-766888743AB1}" dt="2026-07-30T14:38:05.160" v="1392" actId="20577"/>
          <ac:spMkLst>
            <pc:docMk/>
            <pc:sldMk cId="3696357733" sldId="261"/>
            <ac:spMk id="17" creationId="{4374F42F-FFE7-4112-CF5C-451668FE2C65}"/>
          </ac:spMkLst>
        </pc:spChg>
        <pc:spChg chg="add mod">
          <ac:chgData name="HO/Singh Nitin Kumar, DPM(I-COMP)" userId="1d2cb0ee-a8e5-4ccf-9076-246fbb6f66f5" providerId="ADAL" clId="{CB690828-EE9E-48D8-AE9A-766888743AB1}" dt="2026-07-30T14:38:34.915" v="1396"/>
          <ac:spMkLst>
            <pc:docMk/>
            <pc:sldMk cId="3696357733" sldId="261"/>
            <ac:spMk id="18" creationId="{CB4D04E6-6255-AC1F-0788-CCF401BC3AF7}"/>
          </ac:spMkLst>
        </pc:spChg>
      </pc:sldChg>
      <pc:sldChg chg="addSp delSp modSp mod">
        <pc:chgData name="HO/Singh Nitin Kumar, DPM(I-COMP)" userId="1d2cb0ee-a8e5-4ccf-9076-246fbb6f66f5" providerId="ADAL" clId="{CB690828-EE9E-48D8-AE9A-766888743AB1}" dt="2026-07-30T14:32:02.265" v="1318" actId="1076"/>
        <pc:sldMkLst>
          <pc:docMk/>
          <pc:sldMk cId="2505242767" sldId="262"/>
        </pc:sldMkLst>
        <pc:spChg chg="add mod">
          <ac:chgData name="HO/Singh Nitin Kumar, DPM(I-COMP)" userId="1d2cb0ee-a8e5-4ccf-9076-246fbb6f66f5" providerId="ADAL" clId="{CB690828-EE9E-48D8-AE9A-766888743AB1}" dt="2026-07-30T14:00:52.646" v="1182" actId="20577"/>
          <ac:spMkLst>
            <pc:docMk/>
            <pc:sldMk cId="2505242767" sldId="262"/>
            <ac:spMk id="2" creationId="{D594A9AA-61BF-C111-B5ED-8E7147F4D465}"/>
          </ac:spMkLst>
        </pc:spChg>
        <pc:spChg chg="add mod">
          <ac:chgData name="HO/Singh Nitin Kumar, DPM(I-COMP)" userId="1d2cb0ee-a8e5-4ccf-9076-246fbb6f66f5" providerId="ADAL" clId="{CB690828-EE9E-48D8-AE9A-766888743AB1}" dt="2026-07-30T14:09:49.165" v="1241" actId="1076"/>
          <ac:spMkLst>
            <pc:docMk/>
            <pc:sldMk cId="2505242767" sldId="262"/>
            <ac:spMk id="3" creationId="{EA821046-D0CC-8FEE-9319-3CE3202D56B0}"/>
          </ac:spMkLst>
        </pc:spChg>
        <pc:spChg chg="add mod">
          <ac:chgData name="HO/Singh Nitin Kumar, DPM(I-COMP)" userId="1d2cb0ee-a8e5-4ccf-9076-246fbb6f66f5" providerId="ADAL" clId="{CB690828-EE9E-48D8-AE9A-766888743AB1}" dt="2026-07-30T14:28:50.285" v="1300" actId="1076"/>
          <ac:spMkLst>
            <pc:docMk/>
            <pc:sldMk cId="2505242767" sldId="262"/>
            <ac:spMk id="6" creationId="{D101A23A-6074-D896-C566-83CC6ABA9FFF}"/>
          </ac:spMkLst>
        </pc:spChg>
        <pc:spChg chg="add mod">
          <ac:chgData name="HO/Singh Nitin Kumar, DPM(I-COMP)" userId="1d2cb0ee-a8e5-4ccf-9076-246fbb6f66f5" providerId="ADAL" clId="{CB690828-EE9E-48D8-AE9A-766888743AB1}" dt="2026-07-30T14:31:23.268" v="1305" actId="1076"/>
          <ac:spMkLst>
            <pc:docMk/>
            <pc:sldMk cId="2505242767" sldId="262"/>
            <ac:spMk id="8" creationId="{71E4C5D4-3CAC-3C90-1603-41E319D3B988}"/>
          </ac:spMkLst>
        </pc:spChg>
        <pc:spChg chg="add mod">
          <ac:chgData name="HO/Singh Nitin Kumar, DPM(I-COMP)" userId="1d2cb0ee-a8e5-4ccf-9076-246fbb6f66f5" providerId="ADAL" clId="{CB690828-EE9E-48D8-AE9A-766888743AB1}" dt="2026-07-30T14:31:28.937" v="1307" actId="1076"/>
          <ac:spMkLst>
            <pc:docMk/>
            <pc:sldMk cId="2505242767" sldId="262"/>
            <ac:spMk id="13" creationId="{DAF55EA3-6A29-75C2-2BCE-88C252E43657}"/>
          </ac:spMkLst>
        </pc:spChg>
        <pc:spChg chg="add mod">
          <ac:chgData name="HO/Singh Nitin Kumar, DPM(I-COMP)" userId="1d2cb0ee-a8e5-4ccf-9076-246fbb6f66f5" providerId="ADAL" clId="{CB690828-EE9E-48D8-AE9A-766888743AB1}" dt="2026-07-30T14:31:23.268" v="1305" actId="1076"/>
          <ac:spMkLst>
            <pc:docMk/>
            <pc:sldMk cId="2505242767" sldId="262"/>
            <ac:spMk id="15" creationId="{D9DD1A31-7C62-B2A2-5571-4FFF97CC800C}"/>
          </ac:spMkLst>
        </pc:spChg>
        <pc:spChg chg="add mod">
          <ac:chgData name="HO/Singh Nitin Kumar, DPM(I-COMP)" userId="1d2cb0ee-a8e5-4ccf-9076-246fbb6f66f5" providerId="ADAL" clId="{CB690828-EE9E-48D8-AE9A-766888743AB1}" dt="2026-07-30T14:28:48.214" v="1299" actId="1076"/>
          <ac:spMkLst>
            <pc:docMk/>
            <pc:sldMk cId="2505242767" sldId="262"/>
            <ac:spMk id="19" creationId="{2C56B962-702E-AD7B-5093-501B336D59E5}"/>
          </ac:spMkLst>
        </pc:spChg>
        <pc:spChg chg="add mod">
          <ac:chgData name="HO/Singh Nitin Kumar, DPM(I-COMP)" userId="1d2cb0ee-a8e5-4ccf-9076-246fbb6f66f5" providerId="ADAL" clId="{CB690828-EE9E-48D8-AE9A-766888743AB1}" dt="2026-07-30T14:28:43.649" v="1298" actId="14100"/>
          <ac:spMkLst>
            <pc:docMk/>
            <pc:sldMk cId="2505242767" sldId="262"/>
            <ac:spMk id="20" creationId="{D363EE5C-49FE-FDD5-D463-6A7F95739EAC}"/>
          </ac:spMkLst>
        </pc:spChg>
        <pc:spChg chg="add mod">
          <ac:chgData name="HO/Singh Nitin Kumar, DPM(I-COMP)" userId="1d2cb0ee-a8e5-4ccf-9076-246fbb6f66f5" providerId="ADAL" clId="{CB690828-EE9E-48D8-AE9A-766888743AB1}" dt="2026-07-30T14:31:26.187" v="1306" actId="1076"/>
          <ac:spMkLst>
            <pc:docMk/>
            <pc:sldMk cId="2505242767" sldId="262"/>
            <ac:spMk id="22" creationId="{A0969006-9DFE-024A-481E-541AD1D53EA8}"/>
          </ac:spMkLst>
        </pc:spChg>
        <pc:spChg chg="add mod">
          <ac:chgData name="HO/Singh Nitin Kumar, DPM(I-COMP)" userId="1d2cb0ee-a8e5-4ccf-9076-246fbb6f66f5" providerId="ADAL" clId="{CB690828-EE9E-48D8-AE9A-766888743AB1}" dt="2026-07-30T14:31:38.589" v="1308"/>
          <ac:spMkLst>
            <pc:docMk/>
            <pc:sldMk cId="2505242767" sldId="262"/>
            <ac:spMk id="23" creationId="{AA53C278-DF97-3036-BCEC-15E4A49D2F71}"/>
          </ac:spMkLst>
        </pc:spChg>
        <pc:spChg chg="add mod">
          <ac:chgData name="HO/Singh Nitin Kumar, DPM(I-COMP)" userId="1d2cb0ee-a8e5-4ccf-9076-246fbb6f66f5" providerId="ADAL" clId="{CB690828-EE9E-48D8-AE9A-766888743AB1}" dt="2026-07-30T14:32:02.265" v="1318" actId="1076"/>
          <ac:spMkLst>
            <pc:docMk/>
            <pc:sldMk cId="2505242767" sldId="262"/>
            <ac:spMk id="24" creationId="{95D838E2-F75F-92E5-69CF-3705DF4BAA03}"/>
          </ac:spMkLst>
        </pc:spChg>
      </pc:sldChg>
      <pc:sldChg chg="addSp delSp modSp del mod ord">
        <pc:chgData name="HO/Singh Nitin Kumar, DPM(I-COMP)" userId="1d2cb0ee-a8e5-4ccf-9076-246fbb6f66f5" providerId="ADAL" clId="{CB690828-EE9E-48D8-AE9A-766888743AB1}" dt="2026-08-08T20:16:51.178" v="3597" actId="47"/>
        <pc:sldMkLst>
          <pc:docMk/>
          <pc:sldMk cId="1716404434" sldId="263"/>
        </pc:sldMkLst>
        <pc:spChg chg="add del mod">
          <ac:chgData name="HO/Singh Nitin Kumar, DPM(I-COMP)" userId="1d2cb0ee-a8e5-4ccf-9076-246fbb6f66f5" providerId="ADAL" clId="{CB690828-EE9E-48D8-AE9A-766888743AB1}" dt="2026-08-08T16:45:24.666" v="2645" actId="478"/>
          <ac:spMkLst>
            <pc:docMk/>
            <pc:sldMk cId="1716404434" sldId="263"/>
            <ac:spMk id="2" creationId="{C28D5973-F81E-C437-3EEA-5BDB405D09DF}"/>
          </ac:spMkLst>
        </pc:spChg>
        <pc:spChg chg="add del mod">
          <ac:chgData name="HO/Singh Nitin Kumar, DPM(I-COMP)" userId="1d2cb0ee-a8e5-4ccf-9076-246fbb6f66f5" providerId="ADAL" clId="{CB690828-EE9E-48D8-AE9A-766888743AB1}" dt="2026-08-08T16:45:23.452" v="2644" actId="478"/>
          <ac:spMkLst>
            <pc:docMk/>
            <pc:sldMk cId="1716404434" sldId="263"/>
            <ac:spMk id="4" creationId="{5635342C-0CF6-A4CB-5729-3379148AA382}"/>
          </ac:spMkLst>
        </pc:spChg>
        <pc:spChg chg="add mod">
          <ac:chgData name="HO/Singh Nitin Kumar, DPM(I-COMP)" userId="1d2cb0ee-a8e5-4ccf-9076-246fbb6f66f5" providerId="ADAL" clId="{CB690828-EE9E-48D8-AE9A-766888743AB1}" dt="2026-08-08T16:49:14.139" v="2674" actId="1076"/>
          <ac:spMkLst>
            <pc:docMk/>
            <pc:sldMk cId="1716404434" sldId="263"/>
            <ac:spMk id="6" creationId="{048775A8-ECE2-BF17-0B04-AB081D687C10}"/>
          </ac:spMkLst>
        </pc:spChg>
        <pc:spChg chg="add del mod">
          <ac:chgData name="HO/Singh Nitin Kumar, DPM(I-COMP)" userId="1d2cb0ee-a8e5-4ccf-9076-246fbb6f66f5" providerId="ADAL" clId="{CB690828-EE9E-48D8-AE9A-766888743AB1}" dt="2026-08-08T16:49:54.132" v="2677" actId="478"/>
          <ac:spMkLst>
            <pc:docMk/>
            <pc:sldMk cId="1716404434" sldId="263"/>
            <ac:spMk id="8" creationId="{B59D4074-3EBF-217B-BE52-AD9962841C61}"/>
          </ac:spMkLst>
        </pc:spChg>
        <pc:spChg chg="mod">
          <ac:chgData name="HO/Singh Nitin Kumar, DPM(I-COMP)" userId="1d2cb0ee-a8e5-4ccf-9076-246fbb6f66f5" providerId="ADAL" clId="{CB690828-EE9E-48D8-AE9A-766888743AB1}" dt="2026-08-08T16:50:05.641" v="2678" actId="1076"/>
          <ac:spMkLst>
            <pc:docMk/>
            <pc:sldMk cId="1716404434" sldId="263"/>
            <ac:spMk id="13" creationId="{292685E9-B64E-81B3-FF86-9A8C4598DFDE}"/>
          </ac:spMkLst>
        </pc:spChg>
        <pc:spChg chg="add mod">
          <ac:chgData name="HO/Singh Nitin Kumar, DPM(I-COMP)" userId="1d2cb0ee-a8e5-4ccf-9076-246fbb6f66f5" providerId="ADAL" clId="{CB690828-EE9E-48D8-AE9A-766888743AB1}" dt="2026-08-08T16:45:13.860" v="2641"/>
          <ac:spMkLst>
            <pc:docMk/>
            <pc:sldMk cId="1716404434" sldId="263"/>
            <ac:spMk id="17" creationId="{D468693F-09C7-4EB8-021E-3E21C2F54ABD}"/>
          </ac:spMkLst>
        </pc:spChg>
      </pc:sldChg>
      <pc:sldChg chg="addSp delSp modSp new mod ord">
        <pc:chgData name="HO/Singh Nitin Kumar, DPM(I-COMP)" userId="1d2cb0ee-a8e5-4ccf-9076-246fbb6f66f5" providerId="ADAL" clId="{CB690828-EE9E-48D8-AE9A-766888743AB1}" dt="2026-08-05T19:33:49.557" v="2495"/>
        <pc:sldMkLst>
          <pc:docMk/>
          <pc:sldMk cId="2732728651" sldId="264"/>
        </pc:sldMkLst>
        <pc:spChg chg="add mod">
          <ac:chgData name="HO/Singh Nitin Kumar, DPM(I-COMP)" userId="1d2cb0ee-a8e5-4ccf-9076-246fbb6f66f5" providerId="ADAL" clId="{CB690828-EE9E-48D8-AE9A-766888743AB1}" dt="2026-08-05T18:25:49.514" v="2040" actId="20577"/>
          <ac:spMkLst>
            <pc:docMk/>
            <pc:sldMk cId="2732728651" sldId="264"/>
            <ac:spMk id="2" creationId="{2517B463-70E3-B7AA-BBB0-6E506A23995F}"/>
          </ac:spMkLst>
        </pc:spChg>
        <pc:spChg chg="add mod">
          <ac:chgData name="HO/Singh Nitin Kumar, DPM(I-COMP)" userId="1d2cb0ee-a8e5-4ccf-9076-246fbb6f66f5" providerId="ADAL" clId="{CB690828-EE9E-48D8-AE9A-766888743AB1}" dt="2026-07-31T03:55:43.954" v="1684" actId="1076"/>
          <ac:spMkLst>
            <pc:docMk/>
            <pc:sldMk cId="2732728651" sldId="264"/>
            <ac:spMk id="5" creationId="{6F849983-E188-DD7D-CA58-BC155690D535}"/>
          </ac:spMkLst>
        </pc:spChg>
      </pc:sldChg>
      <pc:sldChg chg="addSp delSp modSp add mod">
        <pc:chgData name="HO/Singh Nitin Kumar, DPM(I-COMP)" userId="1d2cb0ee-a8e5-4ccf-9076-246fbb6f66f5" providerId="ADAL" clId="{CB690828-EE9E-48D8-AE9A-766888743AB1}" dt="2026-07-31T04:14:31.966" v="1899"/>
        <pc:sldMkLst>
          <pc:docMk/>
          <pc:sldMk cId="2181436108" sldId="265"/>
        </pc:sldMkLst>
        <pc:spChg chg="add mod">
          <ac:chgData name="HO/Singh Nitin Kumar, DPM(I-COMP)" userId="1d2cb0ee-a8e5-4ccf-9076-246fbb6f66f5" providerId="ADAL" clId="{CB690828-EE9E-48D8-AE9A-766888743AB1}" dt="2026-07-31T03:21:29.732" v="1664"/>
          <ac:spMkLst>
            <pc:docMk/>
            <pc:sldMk cId="2181436108" sldId="265"/>
            <ac:spMk id="2" creationId="{C5FF2068-4BBD-65EC-7625-3F6EFDCCD4F1}"/>
          </ac:spMkLst>
        </pc:spChg>
        <pc:spChg chg="add mod">
          <ac:chgData name="HO/Singh Nitin Kumar, DPM(I-COMP)" userId="1d2cb0ee-a8e5-4ccf-9076-246fbb6f66f5" providerId="ADAL" clId="{CB690828-EE9E-48D8-AE9A-766888743AB1}" dt="2026-07-31T04:14:31.966" v="1899"/>
          <ac:spMkLst>
            <pc:docMk/>
            <pc:sldMk cId="2181436108" sldId="265"/>
            <ac:spMk id="3" creationId="{31814E8C-33D5-0589-86EE-03040105DFC0}"/>
          </ac:spMkLst>
        </pc:spChg>
        <pc:spChg chg="add mod">
          <ac:chgData name="HO/Singh Nitin Kumar, DPM(I-COMP)" userId="1d2cb0ee-a8e5-4ccf-9076-246fbb6f66f5" providerId="ADAL" clId="{CB690828-EE9E-48D8-AE9A-766888743AB1}" dt="2026-07-30T14:59:18.428" v="1476" actId="1076"/>
          <ac:spMkLst>
            <pc:docMk/>
            <pc:sldMk cId="2181436108" sldId="265"/>
            <ac:spMk id="5" creationId="{65753AFB-66C9-2D1D-B61E-A7AF8AE29294}"/>
          </ac:spMkLst>
        </pc:spChg>
        <pc:spChg chg="add mod">
          <ac:chgData name="HO/Singh Nitin Kumar, DPM(I-COMP)" userId="1d2cb0ee-a8e5-4ccf-9076-246fbb6f66f5" providerId="ADAL" clId="{CB690828-EE9E-48D8-AE9A-766888743AB1}" dt="2026-07-30T15:01:24.224" v="1537" actId="14100"/>
          <ac:spMkLst>
            <pc:docMk/>
            <pc:sldMk cId="2181436108" sldId="265"/>
            <ac:spMk id="6" creationId="{774F20E1-6631-45E2-C86C-7CB1B970EBA4}"/>
          </ac:spMkLst>
        </pc:spChg>
        <pc:spChg chg="add mod">
          <ac:chgData name="HO/Singh Nitin Kumar, DPM(I-COMP)" userId="1d2cb0ee-a8e5-4ccf-9076-246fbb6f66f5" providerId="ADAL" clId="{CB690828-EE9E-48D8-AE9A-766888743AB1}" dt="2026-07-30T15:09:09.458" v="1663" actId="20577"/>
          <ac:spMkLst>
            <pc:docMk/>
            <pc:sldMk cId="2181436108" sldId="265"/>
            <ac:spMk id="13" creationId="{E0B20089-EC96-8CCF-E3AD-62C9D3314A7F}"/>
          </ac:spMkLst>
        </pc:spChg>
        <pc:picChg chg="add mod">
          <ac:chgData name="HO/Singh Nitin Kumar, DPM(I-COMP)" userId="1d2cb0ee-a8e5-4ccf-9076-246fbb6f66f5" providerId="ADAL" clId="{CB690828-EE9E-48D8-AE9A-766888743AB1}" dt="2026-07-30T14:59:04.298" v="1472" actId="1076"/>
          <ac:picMkLst>
            <pc:docMk/>
            <pc:sldMk cId="2181436108" sldId="265"/>
            <ac:picMk id="4" creationId="{334EB278-AAD7-7666-7BDB-3872B11140D4}"/>
          </ac:picMkLst>
        </pc:picChg>
        <pc:cxnChg chg="add mod">
          <ac:chgData name="HO/Singh Nitin Kumar, DPM(I-COMP)" userId="1d2cb0ee-a8e5-4ccf-9076-246fbb6f66f5" providerId="ADAL" clId="{CB690828-EE9E-48D8-AE9A-766888743AB1}" dt="2026-07-30T15:01:19.906" v="1535" actId="1076"/>
          <ac:cxnSpMkLst>
            <pc:docMk/>
            <pc:sldMk cId="2181436108" sldId="265"/>
            <ac:cxnSpMk id="8" creationId="{883AD8E6-4B71-4F4D-2788-F7A746E47160}"/>
          </ac:cxnSpMkLst>
        </pc:cxnChg>
      </pc:sldChg>
      <pc:sldChg chg="addSp delSp modSp add mod">
        <pc:chgData name="HO/Singh Nitin Kumar, DPM(I-COMP)" userId="1d2cb0ee-a8e5-4ccf-9076-246fbb6f66f5" providerId="ADAL" clId="{CB690828-EE9E-48D8-AE9A-766888743AB1}" dt="2026-07-31T03:23:55.491" v="1680" actId="1076"/>
        <pc:sldMkLst>
          <pc:docMk/>
          <pc:sldMk cId="152917978" sldId="266"/>
        </pc:sldMkLst>
        <pc:spChg chg="add mod">
          <ac:chgData name="HO/Singh Nitin Kumar, DPM(I-COMP)" userId="1d2cb0ee-a8e5-4ccf-9076-246fbb6f66f5" providerId="ADAL" clId="{CB690828-EE9E-48D8-AE9A-766888743AB1}" dt="2026-07-31T03:23:55.491" v="1680" actId="1076"/>
          <ac:spMkLst>
            <pc:docMk/>
            <pc:sldMk cId="152917978" sldId="266"/>
            <ac:spMk id="2" creationId="{A51C607A-71F0-76A6-108F-266838142B65}"/>
          </ac:spMkLst>
        </pc:spChg>
        <pc:spChg chg="add mod">
          <ac:chgData name="HO/Singh Nitin Kumar, DPM(I-COMP)" userId="1d2cb0ee-a8e5-4ccf-9076-246fbb6f66f5" providerId="ADAL" clId="{CB690828-EE9E-48D8-AE9A-766888743AB1}" dt="2026-07-30T15:06:40.883" v="1623" actId="1035"/>
          <ac:spMkLst>
            <pc:docMk/>
            <pc:sldMk cId="152917978" sldId="266"/>
            <ac:spMk id="4" creationId="{6F75FE08-4331-0419-65BD-CC8F6E87DE57}"/>
          </ac:spMkLst>
        </pc:spChg>
        <pc:spChg chg="add mod">
          <ac:chgData name="HO/Singh Nitin Kumar, DPM(I-COMP)" userId="1d2cb0ee-a8e5-4ccf-9076-246fbb6f66f5" providerId="ADAL" clId="{CB690828-EE9E-48D8-AE9A-766888743AB1}" dt="2026-07-30T15:06:40.883" v="1623" actId="1035"/>
          <ac:spMkLst>
            <pc:docMk/>
            <pc:sldMk cId="152917978" sldId="266"/>
            <ac:spMk id="6" creationId="{87C55092-90AD-9C26-28C8-3DD1D2E1E265}"/>
          </ac:spMkLst>
        </pc:spChg>
        <pc:spChg chg="add mod">
          <ac:chgData name="HO/Singh Nitin Kumar, DPM(I-COMP)" userId="1d2cb0ee-a8e5-4ccf-9076-246fbb6f66f5" providerId="ADAL" clId="{CB690828-EE9E-48D8-AE9A-766888743AB1}" dt="2026-07-30T15:07:31.559" v="1636" actId="14100"/>
          <ac:spMkLst>
            <pc:docMk/>
            <pc:sldMk cId="152917978" sldId="266"/>
            <ac:spMk id="8" creationId="{30EB782B-38E4-C957-CBC1-2BF3ED2FE627}"/>
          </ac:spMkLst>
        </pc:spChg>
        <pc:spChg chg="add mod">
          <ac:chgData name="HO/Singh Nitin Kumar, DPM(I-COMP)" userId="1d2cb0ee-a8e5-4ccf-9076-246fbb6f66f5" providerId="ADAL" clId="{CB690828-EE9E-48D8-AE9A-766888743AB1}" dt="2026-07-30T15:05:58.636" v="1605" actId="14100"/>
          <ac:spMkLst>
            <pc:docMk/>
            <pc:sldMk cId="152917978" sldId="266"/>
            <ac:spMk id="10" creationId="{FB1F3DB6-4720-0758-5571-9E78AD2AC957}"/>
          </ac:spMkLst>
        </pc:spChg>
        <pc:spChg chg="add mod">
          <ac:chgData name="HO/Singh Nitin Kumar, DPM(I-COMP)" userId="1d2cb0ee-a8e5-4ccf-9076-246fbb6f66f5" providerId="ADAL" clId="{CB690828-EE9E-48D8-AE9A-766888743AB1}" dt="2026-07-30T15:08:29.019" v="1649" actId="14100"/>
          <ac:spMkLst>
            <pc:docMk/>
            <pc:sldMk cId="152917978" sldId="266"/>
            <ac:spMk id="11" creationId="{27E43D44-1A03-2A35-E45D-8C9B68BCE56E}"/>
          </ac:spMkLst>
        </pc:spChg>
        <pc:spChg chg="add mod">
          <ac:chgData name="HO/Singh Nitin Kumar, DPM(I-COMP)" userId="1d2cb0ee-a8e5-4ccf-9076-246fbb6f66f5" providerId="ADAL" clId="{CB690828-EE9E-48D8-AE9A-766888743AB1}" dt="2026-07-30T15:06:34.508" v="1611" actId="14100"/>
          <ac:spMkLst>
            <pc:docMk/>
            <pc:sldMk cId="152917978" sldId="266"/>
            <ac:spMk id="12" creationId="{2C158F52-105E-6807-A94D-6A1D394B58B9}"/>
          </ac:spMkLst>
        </pc:spChg>
      </pc:sldChg>
      <pc:sldChg chg="addSp delSp modSp add mod">
        <pc:chgData name="HO/Singh Nitin Kumar, DPM(I-COMP)" userId="1d2cb0ee-a8e5-4ccf-9076-246fbb6f66f5" providerId="ADAL" clId="{CB690828-EE9E-48D8-AE9A-766888743AB1}" dt="2026-08-05T17:53:00.069" v="1997" actId="207"/>
        <pc:sldMkLst>
          <pc:docMk/>
          <pc:sldMk cId="848108292" sldId="267"/>
        </pc:sldMkLst>
        <pc:spChg chg="mod">
          <ac:chgData name="HO/Singh Nitin Kumar, DPM(I-COMP)" userId="1d2cb0ee-a8e5-4ccf-9076-246fbb6f66f5" providerId="ADAL" clId="{CB690828-EE9E-48D8-AE9A-766888743AB1}" dt="2026-08-05T17:52:50.923" v="1996" actId="207"/>
          <ac:spMkLst>
            <pc:docMk/>
            <pc:sldMk cId="848108292" sldId="267"/>
            <ac:spMk id="9" creationId="{5F8BB615-3E9F-3D42-EFD0-3B7F54AE56E4}"/>
          </ac:spMkLst>
        </pc:spChg>
        <pc:spChg chg="mod">
          <ac:chgData name="HO/Singh Nitin Kumar, DPM(I-COMP)" userId="1d2cb0ee-a8e5-4ccf-9076-246fbb6f66f5" providerId="ADAL" clId="{CB690828-EE9E-48D8-AE9A-766888743AB1}" dt="2026-08-05T17:53:00.069" v="1997" actId="207"/>
          <ac:spMkLst>
            <pc:docMk/>
            <pc:sldMk cId="848108292" sldId="267"/>
            <ac:spMk id="10" creationId="{59479609-E895-015B-C37C-4F6F1F63E9A5}"/>
          </ac:spMkLst>
        </pc:spChg>
        <pc:grpChg chg="add mod">
          <ac:chgData name="HO/Singh Nitin Kumar, DPM(I-COMP)" userId="1d2cb0ee-a8e5-4ccf-9076-246fbb6f66f5" providerId="ADAL" clId="{CB690828-EE9E-48D8-AE9A-766888743AB1}" dt="2026-08-05T17:17:03.376" v="1992"/>
          <ac:grpSpMkLst>
            <pc:docMk/>
            <pc:sldMk cId="848108292" sldId="267"/>
            <ac:grpSpMk id="4" creationId="{8ECDAE6E-1087-98BE-8D73-C937DF7BF01D}"/>
          </ac:grpSpMkLst>
        </pc:grpChg>
        <pc:picChg chg="mod">
          <ac:chgData name="HO/Singh Nitin Kumar, DPM(I-COMP)" userId="1d2cb0ee-a8e5-4ccf-9076-246fbb6f66f5" providerId="ADAL" clId="{CB690828-EE9E-48D8-AE9A-766888743AB1}" dt="2026-08-05T17:17:03.376" v="1992"/>
          <ac:picMkLst>
            <pc:docMk/>
            <pc:sldMk cId="848108292" sldId="267"/>
            <ac:picMk id="5" creationId="{D5F4402B-C4FF-9617-28F5-76A79CC94AFF}"/>
          </ac:picMkLst>
        </pc:picChg>
        <pc:picChg chg="mod">
          <ac:chgData name="HO/Singh Nitin Kumar, DPM(I-COMP)" userId="1d2cb0ee-a8e5-4ccf-9076-246fbb6f66f5" providerId="ADAL" clId="{CB690828-EE9E-48D8-AE9A-766888743AB1}" dt="2026-08-05T17:17:03.376" v="1992"/>
          <ac:picMkLst>
            <pc:docMk/>
            <pc:sldMk cId="848108292" sldId="267"/>
            <ac:picMk id="6" creationId="{8B9D5370-D152-7615-BB77-BBCEBC627B29}"/>
          </ac:picMkLst>
        </pc:picChg>
        <pc:picChg chg="mod">
          <ac:chgData name="HO/Singh Nitin Kumar, DPM(I-COMP)" userId="1d2cb0ee-a8e5-4ccf-9076-246fbb6f66f5" providerId="ADAL" clId="{CB690828-EE9E-48D8-AE9A-766888743AB1}" dt="2026-08-05T17:17:03.376" v="1992"/>
          <ac:picMkLst>
            <pc:docMk/>
            <pc:sldMk cId="848108292" sldId="267"/>
            <ac:picMk id="7" creationId="{01CABDCF-C60B-7C1E-BD4E-D9BDB0D2463C}"/>
          </ac:picMkLst>
        </pc:picChg>
        <pc:picChg chg="mod">
          <ac:chgData name="HO/Singh Nitin Kumar, DPM(I-COMP)" userId="1d2cb0ee-a8e5-4ccf-9076-246fbb6f66f5" providerId="ADAL" clId="{CB690828-EE9E-48D8-AE9A-766888743AB1}" dt="2026-08-05T17:17:03.376" v="1992"/>
          <ac:picMkLst>
            <pc:docMk/>
            <pc:sldMk cId="848108292" sldId="267"/>
            <ac:picMk id="8" creationId="{753C7CE5-A66F-E401-EEED-AAB411EB33CF}"/>
          </ac:picMkLst>
        </pc:picChg>
      </pc:sldChg>
      <pc:sldChg chg="addSp delSp modSp add mod">
        <pc:chgData name="HO/Singh Nitin Kumar, DPM(I-COMP)" userId="1d2cb0ee-a8e5-4ccf-9076-246fbb6f66f5" providerId="ADAL" clId="{CB690828-EE9E-48D8-AE9A-766888743AB1}" dt="2026-08-05T18:41:46.251" v="2234" actId="164"/>
        <pc:sldMkLst>
          <pc:docMk/>
          <pc:sldMk cId="2758307752" sldId="268"/>
        </pc:sldMkLst>
        <pc:spChg chg="add mod">
          <ac:chgData name="HO/Singh Nitin Kumar, DPM(I-COMP)" userId="1d2cb0ee-a8e5-4ccf-9076-246fbb6f66f5" providerId="ADAL" clId="{CB690828-EE9E-48D8-AE9A-766888743AB1}" dt="2026-08-05T18:35:22.727" v="2144" actId="1076"/>
          <ac:spMkLst>
            <pc:docMk/>
            <pc:sldMk cId="2758307752" sldId="268"/>
            <ac:spMk id="11" creationId="{C07A62CC-4067-2403-0383-C8ED9529DFA9}"/>
          </ac:spMkLst>
        </pc:spChg>
        <pc:spChg chg="add mod">
          <ac:chgData name="HO/Singh Nitin Kumar, DPM(I-COMP)" userId="1d2cb0ee-a8e5-4ccf-9076-246fbb6f66f5" providerId="ADAL" clId="{CB690828-EE9E-48D8-AE9A-766888743AB1}" dt="2026-08-05T18:35:39.492" v="2160" actId="1076"/>
          <ac:spMkLst>
            <pc:docMk/>
            <pc:sldMk cId="2758307752" sldId="268"/>
            <ac:spMk id="12" creationId="{3FD1BF2E-3685-5BC0-4D8C-FE3D937B382D}"/>
          </ac:spMkLst>
        </pc:spChg>
        <pc:spChg chg="add mod">
          <ac:chgData name="HO/Singh Nitin Kumar, DPM(I-COMP)" userId="1d2cb0ee-a8e5-4ccf-9076-246fbb6f66f5" providerId="ADAL" clId="{CB690828-EE9E-48D8-AE9A-766888743AB1}" dt="2026-08-05T18:35:49.253" v="2170" actId="20577"/>
          <ac:spMkLst>
            <pc:docMk/>
            <pc:sldMk cId="2758307752" sldId="268"/>
            <ac:spMk id="13" creationId="{F35AA45A-5B01-C4F2-A725-96CFA5F1A18C}"/>
          </ac:spMkLst>
        </pc:spChg>
        <pc:grpChg chg="add mod">
          <ac:chgData name="HO/Singh Nitin Kumar, DPM(I-COMP)" userId="1d2cb0ee-a8e5-4ccf-9076-246fbb6f66f5" providerId="ADAL" clId="{CB690828-EE9E-48D8-AE9A-766888743AB1}" dt="2026-08-05T18:41:41.281" v="2233" actId="164"/>
          <ac:grpSpMkLst>
            <pc:docMk/>
            <pc:sldMk cId="2758307752" sldId="268"/>
            <ac:grpSpMk id="23" creationId="{924453A5-5DC8-9CC5-87CA-B67E528A0C54}"/>
          </ac:grpSpMkLst>
        </pc:grpChg>
        <pc:grpChg chg="add mod">
          <ac:chgData name="HO/Singh Nitin Kumar, DPM(I-COMP)" userId="1d2cb0ee-a8e5-4ccf-9076-246fbb6f66f5" providerId="ADAL" clId="{CB690828-EE9E-48D8-AE9A-766888743AB1}" dt="2026-08-05T18:41:41.281" v="2233" actId="164"/>
          <ac:grpSpMkLst>
            <pc:docMk/>
            <pc:sldMk cId="2758307752" sldId="268"/>
            <ac:grpSpMk id="24" creationId="{2038C246-741A-AC71-B49F-0F69AB944A9B}"/>
          </ac:grpSpMkLst>
        </pc:grpChg>
        <pc:grpChg chg="add mod">
          <ac:chgData name="HO/Singh Nitin Kumar, DPM(I-COMP)" userId="1d2cb0ee-a8e5-4ccf-9076-246fbb6f66f5" providerId="ADAL" clId="{CB690828-EE9E-48D8-AE9A-766888743AB1}" dt="2026-08-05T18:41:46.251" v="2234" actId="164"/>
          <ac:grpSpMkLst>
            <pc:docMk/>
            <pc:sldMk cId="2758307752" sldId="268"/>
            <ac:grpSpMk id="25" creationId="{1856E0B4-31F2-857A-897D-2DD10427C5FF}"/>
          </ac:grpSpMkLst>
        </pc:grpChg>
        <pc:picChg chg="add mod">
          <ac:chgData name="HO/Singh Nitin Kumar, DPM(I-COMP)" userId="1d2cb0ee-a8e5-4ccf-9076-246fbb6f66f5" providerId="ADAL" clId="{CB690828-EE9E-48D8-AE9A-766888743AB1}" dt="2026-08-05T18:41:41.281" v="2233" actId="164"/>
          <ac:picMkLst>
            <pc:docMk/>
            <pc:sldMk cId="2758307752" sldId="268"/>
            <ac:picMk id="3" creationId="{384133A7-F1F5-9D72-9DBA-F07E98E1952C}"/>
          </ac:picMkLst>
        </pc:picChg>
        <pc:picChg chg="add mod">
          <ac:chgData name="HO/Singh Nitin Kumar, DPM(I-COMP)" userId="1d2cb0ee-a8e5-4ccf-9076-246fbb6f66f5" providerId="ADAL" clId="{CB690828-EE9E-48D8-AE9A-766888743AB1}" dt="2026-08-05T18:41:41.281" v="2233" actId="164"/>
          <ac:picMkLst>
            <pc:docMk/>
            <pc:sldMk cId="2758307752" sldId="268"/>
            <ac:picMk id="5" creationId="{ECE6545C-A6A7-F1C5-3C3A-6FCC2A489F04}"/>
          </ac:picMkLst>
        </pc:picChg>
        <pc:picChg chg="add mod">
          <ac:chgData name="HO/Singh Nitin Kumar, DPM(I-COMP)" userId="1d2cb0ee-a8e5-4ccf-9076-246fbb6f66f5" providerId="ADAL" clId="{CB690828-EE9E-48D8-AE9A-766888743AB1}" dt="2026-08-05T18:41:41.281" v="2233" actId="164"/>
          <ac:picMkLst>
            <pc:docMk/>
            <pc:sldMk cId="2758307752" sldId="268"/>
            <ac:picMk id="7" creationId="{76765F17-92FA-0512-BF8D-D7EF06C175DD}"/>
          </ac:picMkLst>
        </pc:picChg>
        <pc:picChg chg="add mod">
          <ac:chgData name="HO/Singh Nitin Kumar, DPM(I-COMP)" userId="1d2cb0ee-a8e5-4ccf-9076-246fbb6f66f5" providerId="ADAL" clId="{CB690828-EE9E-48D8-AE9A-766888743AB1}" dt="2026-08-05T18:41:46.251" v="2234" actId="164"/>
          <ac:picMkLst>
            <pc:docMk/>
            <pc:sldMk cId="2758307752" sldId="268"/>
            <ac:picMk id="8" creationId="{0525A1FC-8F57-5C0C-547C-4DFF06EE890A}"/>
          </ac:picMkLst>
        </pc:picChg>
        <pc:picChg chg="add mod">
          <ac:chgData name="HO/Singh Nitin Kumar, DPM(I-COMP)" userId="1d2cb0ee-a8e5-4ccf-9076-246fbb6f66f5" providerId="ADAL" clId="{CB690828-EE9E-48D8-AE9A-766888743AB1}" dt="2026-08-05T18:41:46.251" v="2234" actId="164"/>
          <ac:picMkLst>
            <pc:docMk/>
            <pc:sldMk cId="2758307752" sldId="268"/>
            <ac:picMk id="9" creationId="{A4781B4B-5030-539A-25A0-2301A7D7F2C0}"/>
          </ac:picMkLst>
        </pc:picChg>
        <pc:picChg chg="add mod">
          <ac:chgData name="HO/Singh Nitin Kumar, DPM(I-COMP)" userId="1d2cb0ee-a8e5-4ccf-9076-246fbb6f66f5" providerId="ADAL" clId="{CB690828-EE9E-48D8-AE9A-766888743AB1}" dt="2026-08-05T18:41:46.251" v="2234" actId="164"/>
          <ac:picMkLst>
            <pc:docMk/>
            <pc:sldMk cId="2758307752" sldId="268"/>
            <ac:picMk id="10" creationId="{175BB828-2F87-2ABC-D521-D2F3D64D223A}"/>
          </ac:picMkLst>
        </pc:picChg>
        <pc:picChg chg="add mod modCrop">
          <ac:chgData name="HO/Singh Nitin Kumar, DPM(I-COMP)" userId="1d2cb0ee-a8e5-4ccf-9076-246fbb6f66f5" providerId="ADAL" clId="{CB690828-EE9E-48D8-AE9A-766888743AB1}" dt="2026-08-05T18:41:27.228" v="2232" actId="164"/>
          <ac:picMkLst>
            <pc:docMk/>
            <pc:sldMk cId="2758307752" sldId="268"/>
            <ac:picMk id="17" creationId="{0AE29C8B-20C6-7D5D-6BCF-F5AB66FF426F}"/>
          </ac:picMkLst>
        </pc:picChg>
        <pc:picChg chg="add mod modCrop">
          <ac:chgData name="HO/Singh Nitin Kumar, DPM(I-COMP)" userId="1d2cb0ee-a8e5-4ccf-9076-246fbb6f66f5" providerId="ADAL" clId="{CB690828-EE9E-48D8-AE9A-766888743AB1}" dt="2026-08-05T18:41:27.228" v="2232" actId="164"/>
          <ac:picMkLst>
            <pc:docMk/>
            <pc:sldMk cId="2758307752" sldId="268"/>
            <ac:picMk id="18" creationId="{9811972F-0F0C-0E6C-F9AC-0570F5A8F2A9}"/>
          </ac:picMkLst>
        </pc:picChg>
        <pc:picChg chg="add mod modCrop">
          <ac:chgData name="HO/Singh Nitin Kumar, DPM(I-COMP)" userId="1d2cb0ee-a8e5-4ccf-9076-246fbb6f66f5" providerId="ADAL" clId="{CB690828-EE9E-48D8-AE9A-766888743AB1}" dt="2026-08-05T18:41:27.228" v="2232" actId="164"/>
          <ac:picMkLst>
            <pc:docMk/>
            <pc:sldMk cId="2758307752" sldId="268"/>
            <ac:picMk id="19" creationId="{B3A27899-019B-9174-C077-24F29D4D2630}"/>
          </ac:picMkLst>
        </pc:picChg>
        <pc:picChg chg="add mod modCrop">
          <ac:chgData name="HO/Singh Nitin Kumar, DPM(I-COMP)" userId="1d2cb0ee-a8e5-4ccf-9076-246fbb6f66f5" providerId="ADAL" clId="{CB690828-EE9E-48D8-AE9A-766888743AB1}" dt="2026-08-05T18:41:27.228" v="2232" actId="164"/>
          <ac:picMkLst>
            <pc:docMk/>
            <pc:sldMk cId="2758307752" sldId="268"/>
            <ac:picMk id="20" creationId="{2814D42D-F951-48D8-2D53-DDF84B6ECAFA}"/>
          </ac:picMkLst>
        </pc:picChg>
        <pc:picChg chg="add mod">
          <ac:chgData name="HO/Singh Nitin Kumar, DPM(I-COMP)" userId="1d2cb0ee-a8e5-4ccf-9076-246fbb6f66f5" providerId="ADAL" clId="{CB690828-EE9E-48D8-AE9A-766888743AB1}" dt="2026-08-05T18:41:27.228" v="2232" actId="164"/>
          <ac:picMkLst>
            <pc:docMk/>
            <pc:sldMk cId="2758307752" sldId="268"/>
            <ac:picMk id="21" creationId="{C42D444E-99B7-CB44-0E1D-761376A0F068}"/>
          </ac:picMkLst>
        </pc:picChg>
        <pc:picChg chg="add mod">
          <ac:chgData name="HO/Singh Nitin Kumar, DPM(I-COMP)" userId="1d2cb0ee-a8e5-4ccf-9076-246fbb6f66f5" providerId="ADAL" clId="{CB690828-EE9E-48D8-AE9A-766888743AB1}" dt="2026-08-05T18:41:27.228" v="2232" actId="164"/>
          <ac:picMkLst>
            <pc:docMk/>
            <pc:sldMk cId="2758307752" sldId="268"/>
            <ac:picMk id="22" creationId="{82F020D8-178E-F258-7468-0EF9C3746331}"/>
          </ac:picMkLst>
        </pc:picChg>
      </pc:sldChg>
      <pc:sldChg chg="addSp delSp modSp add mod">
        <pc:chgData name="HO/Singh Nitin Kumar, DPM(I-COMP)" userId="1d2cb0ee-a8e5-4ccf-9076-246fbb6f66f5" providerId="ADAL" clId="{CB690828-EE9E-48D8-AE9A-766888743AB1}" dt="2026-08-08T16:26:05.923" v="2523" actId="21"/>
        <pc:sldMkLst>
          <pc:docMk/>
          <pc:sldMk cId="1634156410" sldId="269"/>
        </pc:sldMkLst>
        <pc:spChg chg="add del">
          <ac:chgData name="HO/Singh Nitin Kumar, DPM(I-COMP)" userId="1d2cb0ee-a8e5-4ccf-9076-246fbb6f66f5" providerId="ADAL" clId="{CB690828-EE9E-48D8-AE9A-766888743AB1}" dt="2026-08-08T16:26:05.923" v="2523" actId="21"/>
          <ac:spMkLst>
            <pc:docMk/>
            <pc:sldMk cId="1634156410" sldId="269"/>
            <ac:spMk id="3" creationId="{65351E6C-582B-8C97-4185-18841B3442AC}"/>
          </ac:spMkLst>
        </pc:spChg>
        <pc:spChg chg="add mod">
          <ac:chgData name="HO/Singh Nitin Kumar, DPM(I-COMP)" userId="1d2cb0ee-a8e5-4ccf-9076-246fbb6f66f5" providerId="ADAL" clId="{CB690828-EE9E-48D8-AE9A-766888743AB1}" dt="2026-08-08T16:17:40.299" v="2522" actId="20577"/>
          <ac:spMkLst>
            <pc:docMk/>
            <pc:sldMk cId="1634156410" sldId="269"/>
            <ac:spMk id="4" creationId="{7C59EF48-1291-FA69-6E67-4FE2EDC3B90B}"/>
          </ac:spMkLst>
        </pc:spChg>
      </pc:sldChg>
      <pc:sldChg chg="add">
        <pc:chgData name="HO/Singh Nitin Kumar, DPM(I-COMP)" userId="1d2cb0ee-a8e5-4ccf-9076-246fbb6f66f5" providerId="ADAL" clId="{CB690828-EE9E-48D8-AE9A-766888743AB1}" dt="2026-07-30T07:24:11.397" v="10"/>
        <pc:sldMkLst>
          <pc:docMk/>
          <pc:sldMk cId="744364190" sldId="270"/>
        </pc:sldMkLst>
      </pc:sldChg>
      <pc:sldChg chg="addSp delSp modSp add del mod ord">
        <pc:chgData name="HO/Singh Nitin Kumar, DPM(I-COMP)" userId="1d2cb0ee-a8e5-4ccf-9076-246fbb6f66f5" providerId="ADAL" clId="{CB690828-EE9E-48D8-AE9A-766888743AB1}" dt="2026-08-08T20:16:49.336" v="3595" actId="47"/>
        <pc:sldMkLst>
          <pc:docMk/>
          <pc:sldMk cId="746290238" sldId="271"/>
        </pc:sldMkLst>
        <pc:spChg chg="add mod">
          <ac:chgData name="HO/Singh Nitin Kumar, DPM(I-COMP)" userId="1d2cb0ee-a8e5-4ccf-9076-246fbb6f66f5" providerId="ADAL" clId="{CB690828-EE9E-48D8-AE9A-766888743AB1}" dt="2026-08-08T16:48:53.727" v="2672" actId="1076"/>
          <ac:spMkLst>
            <pc:docMk/>
            <pc:sldMk cId="746290238" sldId="271"/>
            <ac:spMk id="2" creationId="{8C74CDC9-171A-5300-0A61-6C5D69E85EF2}"/>
          </ac:spMkLst>
        </pc:spChg>
        <pc:spChg chg="add del mod">
          <ac:chgData name="HO/Singh Nitin Kumar, DPM(I-COMP)" userId="1d2cb0ee-a8e5-4ccf-9076-246fbb6f66f5" providerId="ADAL" clId="{CB690828-EE9E-48D8-AE9A-766888743AB1}" dt="2026-08-08T16:29:30.915" v="2553" actId="478"/>
          <ac:spMkLst>
            <pc:docMk/>
            <pc:sldMk cId="746290238" sldId="271"/>
            <ac:spMk id="3" creationId="{65351E6C-582B-8C97-4185-18841B3442AC}"/>
          </ac:spMkLst>
        </pc:spChg>
        <pc:spChg chg="add mod">
          <ac:chgData name="HO/Singh Nitin Kumar, DPM(I-COMP)" userId="1d2cb0ee-a8e5-4ccf-9076-246fbb6f66f5" providerId="ADAL" clId="{CB690828-EE9E-48D8-AE9A-766888743AB1}" dt="2026-08-08T16:29:24.774" v="2552" actId="20577"/>
          <ac:spMkLst>
            <pc:docMk/>
            <pc:sldMk cId="746290238" sldId="271"/>
            <ac:spMk id="6" creationId="{F21D8189-5913-2839-4168-5F123A41F013}"/>
          </ac:spMkLst>
        </pc:spChg>
        <pc:spChg chg="mod">
          <ac:chgData name="HO/Singh Nitin Kumar, DPM(I-COMP)" userId="1d2cb0ee-a8e5-4ccf-9076-246fbb6f66f5" providerId="ADAL" clId="{CB690828-EE9E-48D8-AE9A-766888743AB1}" dt="2026-08-08T16:46:07.755" v="2671" actId="1076"/>
          <ac:spMkLst>
            <pc:docMk/>
            <pc:sldMk cId="746290238" sldId="271"/>
            <ac:spMk id="12" creationId="{2ED98648-F876-A61E-5ADE-314282DBD281}"/>
          </ac:spMkLst>
        </pc:spChg>
      </pc:sldChg>
      <pc:sldChg chg="addSp delSp modSp add del mod">
        <pc:chgData name="HO/Singh Nitin Kumar, DPM(I-COMP)" userId="1d2cb0ee-a8e5-4ccf-9076-246fbb6f66f5" providerId="ADAL" clId="{CB690828-EE9E-48D8-AE9A-766888743AB1}" dt="2026-08-08T20:16:50.206" v="3596" actId="47"/>
        <pc:sldMkLst>
          <pc:docMk/>
          <pc:sldMk cId="1587276700" sldId="272"/>
        </pc:sldMkLst>
        <pc:spChg chg="add mod">
          <ac:chgData name="HO/Singh Nitin Kumar, DPM(I-COMP)" userId="1d2cb0ee-a8e5-4ccf-9076-246fbb6f66f5" providerId="ADAL" clId="{CB690828-EE9E-48D8-AE9A-766888743AB1}" dt="2026-08-08T16:29:34.717" v="2554" actId="20577"/>
          <ac:spMkLst>
            <pc:docMk/>
            <pc:sldMk cId="1587276700" sldId="272"/>
            <ac:spMk id="3" creationId="{F61AA352-8DA8-44CC-9C8B-A8387FEA6F50}"/>
          </ac:spMkLst>
        </pc:spChg>
        <pc:spChg chg="add del mod">
          <ac:chgData name="HO/Singh Nitin Kumar, DPM(I-COMP)" userId="1d2cb0ee-a8e5-4ccf-9076-246fbb6f66f5" providerId="ADAL" clId="{CB690828-EE9E-48D8-AE9A-766888743AB1}" dt="2026-08-08T16:45:27.245" v="2646" actId="478"/>
          <ac:spMkLst>
            <pc:docMk/>
            <pc:sldMk cId="1587276700" sldId="272"/>
            <ac:spMk id="4" creationId="{14341B55-1EE1-4FDF-9BBF-781862AAE2BB}"/>
          </ac:spMkLst>
        </pc:spChg>
        <pc:spChg chg="add mod">
          <ac:chgData name="HO/Singh Nitin Kumar, DPM(I-COMP)" userId="1d2cb0ee-a8e5-4ccf-9076-246fbb6f66f5" providerId="ADAL" clId="{CB690828-EE9E-48D8-AE9A-766888743AB1}" dt="2026-08-08T16:49:10.152" v="2673" actId="1076"/>
          <ac:spMkLst>
            <pc:docMk/>
            <pc:sldMk cId="1587276700" sldId="272"/>
            <ac:spMk id="6" creationId="{9932094E-ACF8-DD6F-20F0-FBA81B9B3595}"/>
          </ac:spMkLst>
        </pc:spChg>
        <pc:spChg chg="del mod">
          <ac:chgData name="HO/Singh Nitin Kumar, DPM(I-COMP)" userId="1d2cb0ee-a8e5-4ccf-9076-246fbb6f66f5" providerId="ADAL" clId="{CB690828-EE9E-48D8-AE9A-766888743AB1}" dt="2026-08-08T16:29:10.713" v="2549" actId="478"/>
          <ac:spMkLst>
            <pc:docMk/>
            <pc:sldMk cId="1587276700" sldId="272"/>
            <ac:spMk id="15" creationId="{71DFBBFD-F360-1E8A-BFF4-0570666FFA9C}"/>
          </ac:spMkLst>
        </pc:spChg>
      </pc:sldChg>
      <pc:sldChg chg="addSp delSp modSp add mod ord modAnim">
        <pc:chgData name="HO/Singh Nitin Kumar, DPM(I-COMP)" userId="1d2cb0ee-a8e5-4ccf-9076-246fbb6f66f5" providerId="ADAL" clId="{CB690828-EE9E-48D8-AE9A-766888743AB1}" dt="2026-07-30T14:40:44.465" v="1433" actId="207"/>
        <pc:sldMkLst>
          <pc:docMk/>
          <pc:sldMk cId="1756755274" sldId="273"/>
        </pc:sldMkLst>
        <pc:spChg chg="add mod">
          <ac:chgData name="HO/Singh Nitin Kumar, DPM(I-COMP)" userId="1d2cb0ee-a8e5-4ccf-9076-246fbb6f66f5" providerId="ADAL" clId="{CB690828-EE9E-48D8-AE9A-766888743AB1}" dt="2026-07-30T14:07:28.537" v="1194" actId="14100"/>
          <ac:spMkLst>
            <pc:docMk/>
            <pc:sldMk cId="1756755274" sldId="273"/>
            <ac:spMk id="4" creationId="{4BCD2DEE-C029-BBCB-67D8-6755277B4F66}"/>
          </ac:spMkLst>
        </pc:spChg>
        <pc:spChg chg="mod ord topLvl">
          <ac:chgData name="HO/Singh Nitin Kumar, DPM(I-COMP)" userId="1d2cb0ee-a8e5-4ccf-9076-246fbb6f66f5" providerId="ADAL" clId="{CB690828-EE9E-48D8-AE9A-766888743AB1}" dt="2026-07-30T13:35:05.870" v="747" actId="113"/>
          <ac:spMkLst>
            <pc:docMk/>
            <pc:sldMk cId="1756755274" sldId="273"/>
            <ac:spMk id="16" creationId="{7C2CDB51-A3D1-0849-3F09-7F35A8AF612F}"/>
          </ac:spMkLst>
        </pc:spChg>
        <pc:spChg chg="mod ord topLvl">
          <ac:chgData name="HO/Singh Nitin Kumar, DPM(I-COMP)" userId="1d2cb0ee-a8e5-4ccf-9076-246fbb6f66f5" providerId="ADAL" clId="{CB690828-EE9E-48D8-AE9A-766888743AB1}" dt="2026-07-30T13:35:05.870" v="747" actId="113"/>
          <ac:spMkLst>
            <pc:docMk/>
            <pc:sldMk cId="1756755274" sldId="273"/>
            <ac:spMk id="21" creationId="{829FA49B-8B9D-71E9-4024-B78F8A7C0947}"/>
          </ac:spMkLst>
        </pc:spChg>
        <pc:spChg chg="mod ord topLvl">
          <ac:chgData name="HO/Singh Nitin Kumar, DPM(I-COMP)" userId="1d2cb0ee-a8e5-4ccf-9076-246fbb6f66f5" providerId="ADAL" clId="{CB690828-EE9E-48D8-AE9A-766888743AB1}" dt="2026-07-30T13:35:05.870" v="747" actId="113"/>
          <ac:spMkLst>
            <pc:docMk/>
            <pc:sldMk cId="1756755274" sldId="273"/>
            <ac:spMk id="26" creationId="{5C253E77-E329-9812-B08D-B2C25464EFBA}"/>
          </ac:spMkLst>
        </pc:spChg>
        <pc:spChg chg="mod ord topLvl">
          <ac:chgData name="HO/Singh Nitin Kumar, DPM(I-COMP)" userId="1d2cb0ee-a8e5-4ccf-9076-246fbb6f66f5" providerId="ADAL" clId="{CB690828-EE9E-48D8-AE9A-766888743AB1}" dt="2026-07-30T13:35:05.870" v="747" actId="113"/>
          <ac:spMkLst>
            <pc:docMk/>
            <pc:sldMk cId="1756755274" sldId="273"/>
            <ac:spMk id="31" creationId="{390AA6D8-FFE3-A781-DBC3-F2D325FD8C0F}"/>
          </ac:spMkLst>
        </pc:spChg>
        <pc:spChg chg="add mod">
          <ac:chgData name="HO/Singh Nitin Kumar, DPM(I-COMP)" userId="1d2cb0ee-a8e5-4ccf-9076-246fbb6f66f5" providerId="ADAL" clId="{CB690828-EE9E-48D8-AE9A-766888743AB1}" dt="2026-07-30T13:34:48.085" v="742" actId="14100"/>
          <ac:spMkLst>
            <pc:docMk/>
            <pc:sldMk cId="1756755274" sldId="273"/>
            <ac:spMk id="35" creationId="{B8F7C775-C22B-94B5-BC95-09FB2B45F6AD}"/>
          </ac:spMkLst>
        </pc:spChg>
        <pc:spChg chg="add mod">
          <ac:chgData name="HO/Singh Nitin Kumar, DPM(I-COMP)" userId="1d2cb0ee-a8e5-4ccf-9076-246fbb6f66f5" providerId="ADAL" clId="{CB690828-EE9E-48D8-AE9A-766888743AB1}" dt="2026-07-30T13:35:53.637" v="760"/>
          <ac:spMkLst>
            <pc:docMk/>
            <pc:sldMk cId="1756755274" sldId="273"/>
            <ac:spMk id="36" creationId="{0B75F351-5087-B959-AAA0-547734799AB6}"/>
          </ac:spMkLst>
        </pc:spChg>
        <pc:spChg chg="add mod">
          <ac:chgData name="HO/Singh Nitin Kumar, DPM(I-COMP)" userId="1d2cb0ee-a8e5-4ccf-9076-246fbb6f66f5" providerId="ADAL" clId="{CB690828-EE9E-48D8-AE9A-766888743AB1}" dt="2026-07-30T14:38:19.863" v="1394" actId="20577"/>
          <ac:spMkLst>
            <pc:docMk/>
            <pc:sldMk cId="1756755274" sldId="273"/>
            <ac:spMk id="37" creationId="{9BCCCDCB-47A2-FB4D-2912-B566471C895F}"/>
          </ac:spMkLst>
        </pc:spChg>
        <pc:spChg chg="add mod">
          <ac:chgData name="HO/Singh Nitin Kumar, DPM(I-COMP)" userId="1d2cb0ee-a8e5-4ccf-9076-246fbb6f66f5" providerId="ADAL" clId="{CB690828-EE9E-48D8-AE9A-766888743AB1}" dt="2026-07-30T14:40:44.465" v="1433" actId="207"/>
          <ac:spMkLst>
            <pc:docMk/>
            <pc:sldMk cId="1756755274" sldId="273"/>
            <ac:spMk id="38" creationId="{2BD1647A-DE45-4469-B797-D71791C9502A}"/>
          </ac:spMkLst>
        </pc:spChg>
        <pc:picChg chg="mod ord topLvl">
          <ac:chgData name="HO/Singh Nitin Kumar, DPM(I-COMP)" userId="1d2cb0ee-a8e5-4ccf-9076-246fbb6f66f5" providerId="ADAL" clId="{CB690828-EE9E-48D8-AE9A-766888743AB1}" dt="2026-07-30T13:35:00.029" v="745" actId="1076"/>
          <ac:picMkLst>
            <pc:docMk/>
            <pc:sldMk cId="1756755274" sldId="273"/>
            <ac:picMk id="17" creationId="{15088F2F-79D4-F8CB-4385-29997031845E}"/>
          </ac:picMkLst>
        </pc:picChg>
        <pc:picChg chg="mod ord topLvl">
          <ac:chgData name="HO/Singh Nitin Kumar, DPM(I-COMP)" userId="1d2cb0ee-a8e5-4ccf-9076-246fbb6f66f5" providerId="ADAL" clId="{CB690828-EE9E-48D8-AE9A-766888743AB1}" dt="2026-07-30T13:35:00.029" v="745" actId="1076"/>
          <ac:picMkLst>
            <pc:docMk/>
            <pc:sldMk cId="1756755274" sldId="273"/>
            <ac:picMk id="22" creationId="{6A9EE1BC-4982-BAAC-F9AF-6803A5F0E929}"/>
          </ac:picMkLst>
        </pc:picChg>
        <pc:picChg chg="mod ord topLvl">
          <ac:chgData name="HO/Singh Nitin Kumar, DPM(I-COMP)" userId="1d2cb0ee-a8e5-4ccf-9076-246fbb6f66f5" providerId="ADAL" clId="{CB690828-EE9E-48D8-AE9A-766888743AB1}" dt="2026-07-30T13:35:00.029" v="745" actId="1076"/>
          <ac:picMkLst>
            <pc:docMk/>
            <pc:sldMk cId="1756755274" sldId="273"/>
            <ac:picMk id="27" creationId="{C45962B4-4EB4-3015-4590-95B15D4DAA16}"/>
          </ac:picMkLst>
        </pc:picChg>
        <pc:picChg chg="mod ord topLvl">
          <ac:chgData name="HO/Singh Nitin Kumar, DPM(I-COMP)" userId="1d2cb0ee-a8e5-4ccf-9076-246fbb6f66f5" providerId="ADAL" clId="{CB690828-EE9E-48D8-AE9A-766888743AB1}" dt="2026-07-30T13:35:00.029" v="745" actId="1076"/>
          <ac:picMkLst>
            <pc:docMk/>
            <pc:sldMk cId="1756755274" sldId="273"/>
            <ac:picMk id="32" creationId="{7962913F-6477-D6CA-4134-8CB36BBD1676}"/>
          </ac:picMkLst>
        </pc:picChg>
      </pc:sldChg>
      <pc:sldChg chg="add">
        <pc:chgData name="HO/Singh Nitin Kumar, DPM(I-COMP)" userId="1d2cb0ee-a8e5-4ccf-9076-246fbb6f66f5" providerId="ADAL" clId="{CB690828-EE9E-48D8-AE9A-766888743AB1}" dt="2026-07-30T11:59:28.728" v="207"/>
        <pc:sldMkLst>
          <pc:docMk/>
          <pc:sldMk cId="937860427" sldId="274"/>
        </pc:sldMkLst>
      </pc:sldChg>
      <pc:sldChg chg="addSp delSp modSp add mod ord">
        <pc:chgData name="HO/Singh Nitin Kumar, DPM(I-COMP)" userId="1d2cb0ee-a8e5-4ccf-9076-246fbb6f66f5" providerId="ADAL" clId="{CB690828-EE9E-48D8-AE9A-766888743AB1}" dt="2026-07-30T13:18:07.434" v="644"/>
        <pc:sldMkLst>
          <pc:docMk/>
          <pc:sldMk cId="2124056415" sldId="275"/>
        </pc:sldMkLst>
        <pc:spChg chg="add mod">
          <ac:chgData name="HO/Singh Nitin Kumar, DPM(I-COMP)" userId="1d2cb0ee-a8e5-4ccf-9076-246fbb6f66f5" providerId="ADAL" clId="{CB690828-EE9E-48D8-AE9A-766888743AB1}" dt="2026-07-30T13:05:40.655" v="499"/>
          <ac:spMkLst>
            <pc:docMk/>
            <pc:sldMk cId="2124056415" sldId="275"/>
            <ac:spMk id="3" creationId="{CF464EB2-68E5-6668-01F6-9B1DFA3AAA51}"/>
          </ac:spMkLst>
        </pc:spChg>
        <pc:spChg chg="add mod">
          <ac:chgData name="HO/Singh Nitin Kumar, DPM(I-COMP)" userId="1d2cb0ee-a8e5-4ccf-9076-246fbb6f66f5" providerId="ADAL" clId="{CB690828-EE9E-48D8-AE9A-766888743AB1}" dt="2026-07-30T13:05:40.655" v="499"/>
          <ac:spMkLst>
            <pc:docMk/>
            <pc:sldMk cId="2124056415" sldId="275"/>
            <ac:spMk id="4" creationId="{2F868798-0E70-56F2-513E-F21B30A72634}"/>
          </ac:spMkLst>
        </pc:spChg>
      </pc:sldChg>
      <pc:sldChg chg="add ord">
        <pc:chgData name="HO/Singh Nitin Kumar, DPM(I-COMP)" userId="1d2cb0ee-a8e5-4ccf-9076-246fbb6f66f5" providerId="ADAL" clId="{CB690828-EE9E-48D8-AE9A-766888743AB1}" dt="2026-07-30T12:14:45.226" v="369"/>
        <pc:sldMkLst>
          <pc:docMk/>
          <pc:sldMk cId="4088014062" sldId="276"/>
        </pc:sldMkLst>
      </pc:sldChg>
      <pc:sldChg chg="add ord">
        <pc:chgData name="HO/Singh Nitin Kumar, DPM(I-COMP)" userId="1d2cb0ee-a8e5-4ccf-9076-246fbb6f66f5" providerId="ADAL" clId="{CB690828-EE9E-48D8-AE9A-766888743AB1}" dt="2026-07-30T14:08:56.804" v="1201"/>
        <pc:sldMkLst>
          <pc:docMk/>
          <pc:sldMk cId="990135526" sldId="277"/>
        </pc:sldMkLst>
      </pc:sldChg>
      <pc:sldChg chg="addSp delSp modSp add mod">
        <pc:chgData name="HO/Singh Nitin Kumar, DPM(I-COMP)" userId="1d2cb0ee-a8e5-4ccf-9076-246fbb6f66f5" providerId="ADAL" clId="{CB690828-EE9E-48D8-AE9A-766888743AB1}" dt="2026-08-05T19:33:07.147" v="2493" actId="13926"/>
        <pc:sldMkLst>
          <pc:docMk/>
          <pc:sldMk cId="3166157805" sldId="278"/>
        </pc:sldMkLst>
        <pc:spChg chg="mod">
          <ac:chgData name="HO/Singh Nitin Kumar, DPM(I-COMP)" userId="1d2cb0ee-a8e5-4ccf-9076-246fbb6f66f5" providerId="ADAL" clId="{CB690828-EE9E-48D8-AE9A-766888743AB1}" dt="2026-08-05T19:32:31.475" v="2443" actId="20577"/>
          <ac:spMkLst>
            <pc:docMk/>
            <pc:sldMk cId="3166157805" sldId="278"/>
            <ac:spMk id="2" creationId="{FA8058FA-3398-361C-E96F-53E050961EFD}"/>
          </ac:spMkLst>
        </pc:spChg>
        <pc:spChg chg="add mod">
          <ac:chgData name="HO/Singh Nitin Kumar, DPM(I-COMP)" userId="1d2cb0ee-a8e5-4ccf-9076-246fbb6f66f5" providerId="ADAL" clId="{CB690828-EE9E-48D8-AE9A-766888743AB1}" dt="2026-08-05T19:33:07.147" v="2493" actId="13926"/>
          <ac:spMkLst>
            <pc:docMk/>
            <pc:sldMk cId="3166157805" sldId="278"/>
            <ac:spMk id="14" creationId="{CB4BDCF0-23F1-F7D3-D35A-C133B05CDF83}"/>
          </ac:spMkLst>
        </pc:spChg>
        <pc:picChg chg="add mod">
          <ac:chgData name="HO/Singh Nitin Kumar, DPM(I-COMP)" userId="1d2cb0ee-a8e5-4ccf-9076-246fbb6f66f5" providerId="ADAL" clId="{CB690828-EE9E-48D8-AE9A-766888743AB1}" dt="2026-08-05T18:27:06.017" v="2044" actId="1076"/>
          <ac:picMkLst>
            <pc:docMk/>
            <pc:sldMk cId="3166157805" sldId="278"/>
            <ac:picMk id="4" creationId="{3F6112FF-BA76-6082-8DB2-C2A2E3B41DD9}"/>
          </ac:picMkLst>
        </pc:picChg>
        <pc:picChg chg="add mod">
          <ac:chgData name="HO/Singh Nitin Kumar, DPM(I-COMP)" userId="1d2cb0ee-a8e5-4ccf-9076-246fbb6f66f5" providerId="ADAL" clId="{CB690828-EE9E-48D8-AE9A-766888743AB1}" dt="2026-08-05T19:32:28.140" v="2441" actId="12788"/>
          <ac:picMkLst>
            <pc:docMk/>
            <pc:sldMk cId="3166157805" sldId="278"/>
            <ac:picMk id="9" creationId="{5F7F9AF5-05CB-6443-8561-8AD17A403072}"/>
          </ac:picMkLst>
        </pc:picChg>
        <pc:picChg chg="add mod">
          <ac:chgData name="HO/Singh Nitin Kumar, DPM(I-COMP)" userId="1d2cb0ee-a8e5-4ccf-9076-246fbb6f66f5" providerId="ADAL" clId="{CB690828-EE9E-48D8-AE9A-766888743AB1}" dt="2026-08-05T19:32:28.140" v="2441" actId="12788"/>
          <ac:picMkLst>
            <pc:docMk/>
            <pc:sldMk cId="3166157805" sldId="278"/>
            <ac:picMk id="11" creationId="{00E7BB0D-841C-C014-8295-C40776162222}"/>
          </ac:picMkLst>
        </pc:picChg>
        <pc:picChg chg="add mod">
          <ac:chgData name="HO/Singh Nitin Kumar, DPM(I-COMP)" userId="1d2cb0ee-a8e5-4ccf-9076-246fbb6f66f5" providerId="ADAL" clId="{CB690828-EE9E-48D8-AE9A-766888743AB1}" dt="2026-08-05T19:32:36.701" v="2444" actId="1076"/>
          <ac:picMkLst>
            <pc:docMk/>
            <pc:sldMk cId="3166157805" sldId="278"/>
            <ac:picMk id="18" creationId="{A4758E5D-78CC-71A9-5ED4-4331FE7AB8EC}"/>
          </ac:picMkLst>
        </pc:picChg>
      </pc:sldChg>
      <pc:sldChg chg="add ord">
        <pc:chgData name="HO/Singh Nitin Kumar, DPM(I-COMP)" userId="1d2cb0ee-a8e5-4ccf-9076-246fbb6f66f5" providerId="ADAL" clId="{CB690828-EE9E-48D8-AE9A-766888743AB1}" dt="2026-08-05T18:49:03.160" v="2355"/>
        <pc:sldMkLst>
          <pc:docMk/>
          <pc:sldMk cId="859439380" sldId="279"/>
        </pc:sldMkLst>
      </pc:sldChg>
      <pc:sldChg chg="addSp delSp modSp new mod">
        <pc:chgData name="HO/Singh Nitin Kumar, DPM(I-COMP)" userId="1d2cb0ee-a8e5-4ccf-9076-246fbb6f66f5" providerId="ADAL" clId="{CB690828-EE9E-48D8-AE9A-766888743AB1}" dt="2026-08-08T20:18:55.953" v="3624" actId="1076"/>
        <pc:sldMkLst>
          <pc:docMk/>
          <pc:sldMk cId="2281632549" sldId="280"/>
        </pc:sldMkLst>
        <pc:spChg chg="del">
          <ac:chgData name="HO/Singh Nitin Kumar, DPM(I-COMP)" userId="1d2cb0ee-a8e5-4ccf-9076-246fbb6f66f5" providerId="ADAL" clId="{CB690828-EE9E-48D8-AE9A-766888743AB1}" dt="2026-08-08T17:30:27.287" v="2681" actId="478"/>
          <ac:spMkLst>
            <pc:docMk/>
            <pc:sldMk cId="2281632549" sldId="280"/>
            <ac:spMk id="2" creationId="{8BA8F481-C834-07EB-B63D-422091BDB2B5}"/>
          </ac:spMkLst>
        </pc:spChg>
        <pc:spChg chg="del">
          <ac:chgData name="HO/Singh Nitin Kumar, DPM(I-COMP)" userId="1d2cb0ee-a8e5-4ccf-9076-246fbb6f66f5" providerId="ADAL" clId="{CB690828-EE9E-48D8-AE9A-766888743AB1}" dt="2026-08-08T17:30:26.390" v="2680" actId="478"/>
          <ac:spMkLst>
            <pc:docMk/>
            <pc:sldMk cId="2281632549" sldId="280"/>
            <ac:spMk id="3" creationId="{091023FB-3723-2809-2279-0C4435F034CC}"/>
          </ac:spMkLst>
        </pc:spChg>
        <pc:spChg chg="add mod">
          <ac:chgData name="HO/Singh Nitin Kumar, DPM(I-COMP)" userId="1d2cb0ee-a8e5-4ccf-9076-246fbb6f66f5" providerId="ADAL" clId="{CB690828-EE9E-48D8-AE9A-766888743AB1}" dt="2026-08-08T20:18:55.953" v="3624" actId="1076"/>
          <ac:spMkLst>
            <pc:docMk/>
            <pc:sldMk cId="2281632549" sldId="280"/>
            <ac:spMk id="3" creationId="{F7C3A4A1-1E49-9F54-4516-9C9C4D5BA7E4}"/>
          </ac:spMkLst>
        </pc:spChg>
        <pc:spChg chg="add mod ord">
          <ac:chgData name="HO/Singh Nitin Kumar, DPM(I-COMP)" userId="1d2cb0ee-a8e5-4ccf-9076-246fbb6f66f5" providerId="ADAL" clId="{CB690828-EE9E-48D8-AE9A-766888743AB1}" dt="2026-08-08T20:01:37.675" v="3376" actId="20577"/>
          <ac:spMkLst>
            <pc:docMk/>
            <pc:sldMk cId="2281632549" sldId="280"/>
            <ac:spMk id="6" creationId="{712A669D-A147-7DA8-1DFF-556186C6CA63}"/>
          </ac:spMkLst>
        </pc:spChg>
        <pc:spChg chg="add mod">
          <ac:chgData name="HO/Singh Nitin Kumar, DPM(I-COMP)" userId="1d2cb0ee-a8e5-4ccf-9076-246fbb6f66f5" providerId="ADAL" clId="{CB690828-EE9E-48D8-AE9A-766888743AB1}" dt="2026-08-08T20:09:24.044" v="3477" actId="208"/>
          <ac:spMkLst>
            <pc:docMk/>
            <pc:sldMk cId="2281632549" sldId="280"/>
            <ac:spMk id="10" creationId="{13ACE045-951C-FA10-65E9-1EC5B5A86130}"/>
          </ac:spMkLst>
        </pc:spChg>
        <pc:spChg chg="add mod">
          <ac:chgData name="HO/Singh Nitin Kumar, DPM(I-COMP)" userId="1d2cb0ee-a8e5-4ccf-9076-246fbb6f66f5" providerId="ADAL" clId="{CB690828-EE9E-48D8-AE9A-766888743AB1}" dt="2026-08-08T19:57:36.100" v="3327" actId="6549"/>
          <ac:spMkLst>
            <pc:docMk/>
            <pc:sldMk cId="2281632549" sldId="280"/>
            <ac:spMk id="11" creationId="{92D20E43-9E8B-86C6-5516-473EB57266A6}"/>
          </ac:spMkLst>
        </pc:spChg>
        <pc:spChg chg="add mod">
          <ac:chgData name="HO/Singh Nitin Kumar, DPM(I-COMP)" userId="1d2cb0ee-a8e5-4ccf-9076-246fbb6f66f5" providerId="ADAL" clId="{CB690828-EE9E-48D8-AE9A-766888743AB1}" dt="2026-08-08T19:49:25.367" v="3036" actId="1076"/>
          <ac:spMkLst>
            <pc:docMk/>
            <pc:sldMk cId="2281632549" sldId="280"/>
            <ac:spMk id="12" creationId="{93387AE1-CDB4-689D-2BEC-2C61DFEA1ED8}"/>
          </ac:spMkLst>
        </pc:spChg>
        <pc:spChg chg="add mod">
          <ac:chgData name="HO/Singh Nitin Kumar, DPM(I-COMP)" userId="1d2cb0ee-a8e5-4ccf-9076-246fbb6f66f5" providerId="ADAL" clId="{CB690828-EE9E-48D8-AE9A-766888743AB1}" dt="2026-08-08T19:57:26.436" v="3326" actId="1076"/>
          <ac:spMkLst>
            <pc:docMk/>
            <pc:sldMk cId="2281632549" sldId="280"/>
            <ac:spMk id="14" creationId="{64EA2309-CEAB-4804-AF84-5778E27B69D9}"/>
          </ac:spMkLst>
        </pc:spChg>
        <pc:spChg chg="add mod">
          <ac:chgData name="HO/Singh Nitin Kumar, DPM(I-COMP)" userId="1d2cb0ee-a8e5-4ccf-9076-246fbb6f66f5" providerId="ADAL" clId="{CB690828-EE9E-48D8-AE9A-766888743AB1}" dt="2026-08-08T19:56:44.674" v="3273"/>
          <ac:spMkLst>
            <pc:docMk/>
            <pc:sldMk cId="2281632549" sldId="280"/>
            <ac:spMk id="15" creationId="{B93E2B46-3F6C-A158-D603-1E16FC9A29A4}"/>
          </ac:spMkLst>
        </pc:spChg>
        <pc:spChg chg="add mod">
          <ac:chgData name="HO/Singh Nitin Kumar, DPM(I-COMP)" userId="1d2cb0ee-a8e5-4ccf-9076-246fbb6f66f5" providerId="ADAL" clId="{CB690828-EE9E-48D8-AE9A-766888743AB1}" dt="2026-08-08T19:57:19.719" v="3325" actId="1038"/>
          <ac:spMkLst>
            <pc:docMk/>
            <pc:sldMk cId="2281632549" sldId="280"/>
            <ac:spMk id="16" creationId="{C9035A54-11E1-529F-06F0-6B9229A9082B}"/>
          </ac:spMkLst>
        </pc:spChg>
        <pc:spChg chg="add mod">
          <ac:chgData name="HO/Singh Nitin Kumar, DPM(I-COMP)" userId="1d2cb0ee-a8e5-4ccf-9076-246fbb6f66f5" providerId="ADAL" clId="{CB690828-EE9E-48D8-AE9A-766888743AB1}" dt="2026-08-08T19:57:03.168" v="3283" actId="14100"/>
          <ac:spMkLst>
            <pc:docMk/>
            <pc:sldMk cId="2281632549" sldId="280"/>
            <ac:spMk id="17" creationId="{A1F9ADF5-8374-CE65-F85E-58BDB32F3A96}"/>
          </ac:spMkLst>
        </pc:spChg>
        <pc:spChg chg="add mod">
          <ac:chgData name="HO/Singh Nitin Kumar, DPM(I-COMP)" userId="1d2cb0ee-a8e5-4ccf-9076-246fbb6f66f5" providerId="ADAL" clId="{CB690828-EE9E-48D8-AE9A-766888743AB1}" dt="2026-08-08T19:56:58.148" v="3282" actId="14100"/>
          <ac:spMkLst>
            <pc:docMk/>
            <pc:sldMk cId="2281632549" sldId="280"/>
            <ac:spMk id="18" creationId="{240D93E2-E69E-4129-82CB-69959C553D38}"/>
          </ac:spMkLst>
        </pc:spChg>
        <pc:spChg chg="add mod">
          <ac:chgData name="HO/Singh Nitin Kumar, DPM(I-COMP)" userId="1d2cb0ee-a8e5-4ccf-9076-246fbb6f66f5" providerId="ADAL" clId="{CB690828-EE9E-48D8-AE9A-766888743AB1}" dt="2026-08-08T19:58:04.562" v="3335" actId="403"/>
          <ac:spMkLst>
            <pc:docMk/>
            <pc:sldMk cId="2281632549" sldId="280"/>
            <ac:spMk id="20" creationId="{9C43615F-302B-27D2-3916-3B76F79CEFA6}"/>
          </ac:spMkLst>
        </pc:spChg>
        <pc:spChg chg="add mod">
          <ac:chgData name="HO/Singh Nitin Kumar, DPM(I-COMP)" userId="1d2cb0ee-a8e5-4ccf-9076-246fbb6f66f5" providerId="ADAL" clId="{CB690828-EE9E-48D8-AE9A-766888743AB1}" dt="2026-08-08T20:00:04.798" v="3352" actId="14100"/>
          <ac:spMkLst>
            <pc:docMk/>
            <pc:sldMk cId="2281632549" sldId="280"/>
            <ac:spMk id="21" creationId="{E3DC3BD9-C219-1BF0-1A51-20B146571346}"/>
          </ac:spMkLst>
        </pc:spChg>
        <pc:spChg chg="add mod">
          <ac:chgData name="HO/Singh Nitin Kumar, DPM(I-COMP)" userId="1d2cb0ee-a8e5-4ccf-9076-246fbb6f66f5" providerId="ADAL" clId="{CB690828-EE9E-48D8-AE9A-766888743AB1}" dt="2026-08-08T20:04:12.029" v="3471" actId="1076"/>
          <ac:spMkLst>
            <pc:docMk/>
            <pc:sldMk cId="2281632549" sldId="280"/>
            <ac:spMk id="24" creationId="{2F015EBD-89F5-A1CF-0B4A-EA4509A623F2}"/>
          </ac:spMkLst>
        </pc:spChg>
        <pc:spChg chg="add mod">
          <ac:chgData name="HO/Singh Nitin Kumar, DPM(I-COMP)" userId="1d2cb0ee-a8e5-4ccf-9076-246fbb6f66f5" providerId="ADAL" clId="{CB690828-EE9E-48D8-AE9A-766888743AB1}" dt="2026-08-08T20:11:26.502" v="3538" actId="1076"/>
          <ac:spMkLst>
            <pc:docMk/>
            <pc:sldMk cId="2281632549" sldId="280"/>
            <ac:spMk id="25" creationId="{703740A5-37B4-311C-4772-0E9CEDB4B544}"/>
          </ac:spMkLst>
        </pc:spChg>
        <pc:spChg chg="add mod">
          <ac:chgData name="HO/Singh Nitin Kumar, DPM(I-COMP)" userId="1d2cb0ee-a8e5-4ccf-9076-246fbb6f66f5" providerId="ADAL" clId="{CB690828-EE9E-48D8-AE9A-766888743AB1}" dt="2026-08-08T20:15:23.863" v="3594" actId="13926"/>
          <ac:spMkLst>
            <pc:docMk/>
            <pc:sldMk cId="2281632549" sldId="280"/>
            <ac:spMk id="28" creationId="{FA0B840E-B97D-AA2C-5E1F-BF8AFD1F376D}"/>
          </ac:spMkLst>
        </pc:spChg>
        <pc:spChg chg="add mod">
          <ac:chgData name="HO/Singh Nitin Kumar, DPM(I-COMP)" userId="1d2cb0ee-a8e5-4ccf-9076-246fbb6f66f5" providerId="ADAL" clId="{CB690828-EE9E-48D8-AE9A-766888743AB1}" dt="2026-08-08T20:15:20.535" v="3592" actId="1076"/>
          <ac:spMkLst>
            <pc:docMk/>
            <pc:sldMk cId="2281632549" sldId="280"/>
            <ac:spMk id="29" creationId="{15E994E5-2493-4FA7-7DBE-7DAE5707818F}"/>
          </ac:spMkLst>
        </pc:spChg>
        <pc:picChg chg="add mod">
          <ac:chgData name="HO/Singh Nitin Kumar, DPM(I-COMP)" userId="1d2cb0ee-a8e5-4ccf-9076-246fbb6f66f5" providerId="ADAL" clId="{CB690828-EE9E-48D8-AE9A-766888743AB1}" dt="2026-08-08T17:36:25.694" v="2862" actId="1036"/>
          <ac:picMkLst>
            <pc:docMk/>
            <pc:sldMk cId="2281632549" sldId="280"/>
            <ac:picMk id="5" creationId="{6DF01335-8DA5-5E91-6170-E6BF000403C7}"/>
          </ac:picMkLst>
        </pc:picChg>
        <pc:picChg chg="add mod">
          <ac:chgData name="HO/Singh Nitin Kumar, DPM(I-COMP)" userId="1d2cb0ee-a8e5-4ccf-9076-246fbb6f66f5" providerId="ADAL" clId="{CB690828-EE9E-48D8-AE9A-766888743AB1}" dt="2026-08-08T19:59:28.818" v="3344" actId="1076"/>
          <ac:picMkLst>
            <pc:docMk/>
            <pc:sldMk cId="2281632549" sldId="280"/>
            <ac:picMk id="7" creationId="{0D72B380-4423-CEB8-023B-0DBDFA384ACA}"/>
          </ac:picMkLst>
        </pc:picChg>
        <pc:picChg chg="add mod ord">
          <ac:chgData name="HO/Singh Nitin Kumar, DPM(I-COMP)" userId="1d2cb0ee-a8e5-4ccf-9076-246fbb6f66f5" providerId="ADAL" clId="{CB690828-EE9E-48D8-AE9A-766888743AB1}" dt="2026-08-08T20:01:35.148" v="3374" actId="1076"/>
          <ac:picMkLst>
            <pc:docMk/>
            <pc:sldMk cId="2281632549" sldId="280"/>
            <ac:picMk id="9" creationId="{5CABEFF0-C846-F5C0-5CCF-8716C0CD687E}"/>
          </ac:picMkLst>
        </pc:picChg>
        <pc:picChg chg="add del mod">
          <ac:chgData name="HO/Singh Nitin Kumar, DPM(I-COMP)" userId="1d2cb0ee-a8e5-4ccf-9076-246fbb6f66f5" providerId="ADAL" clId="{CB690828-EE9E-48D8-AE9A-766888743AB1}" dt="2026-08-08T19:49:52.607" v="3043" actId="478"/>
          <ac:picMkLst>
            <pc:docMk/>
            <pc:sldMk cId="2281632549" sldId="280"/>
            <ac:picMk id="13" creationId="{44B7F6AF-75AC-2088-98A3-8FEE4A2718E4}"/>
          </ac:picMkLst>
        </pc:picChg>
        <pc:picChg chg="add mod">
          <ac:chgData name="HO/Singh Nitin Kumar, DPM(I-COMP)" userId="1d2cb0ee-a8e5-4ccf-9076-246fbb6f66f5" providerId="ADAL" clId="{CB690828-EE9E-48D8-AE9A-766888743AB1}" dt="2026-08-08T20:00:58.375" v="3360" actId="1076"/>
          <ac:picMkLst>
            <pc:docMk/>
            <pc:sldMk cId="2281632549" sldId="280"/>
            <ac:picMk id="23" creationId="{389DEF90-AD2A-C506-1A11-5FDC100D679F}"/>
          </ac:picMkLst>
        </pc:picChg>
        <pc:cxnChg chg="add mod">
          <ac:chgData name="HO/Singh Nitin Kumar, DPM(I-COMP)" userId="1d2cb0ee-a8e5-4ccf-9076-246fbb6f66f5" providerId="ADAL" clId="{CB690828-EE9E-48D8-AE9A-766888743AB1}" dt="2026-08-08T20:11:23.637" v="3537" actId="1076"/>
          <ac:cxnSpMkLst>
            <pc:docMk/>
            <pc:sldMk cId="2281632549" sldId="280"/>
            <ac:cxnSpMk id="27" creationId="{F517AF19-E480-28A7-F819-7C7FEE589C36}"/>
          </ac:cxnSpMkLst>
        </pc:cxnChg>
      </pc:sldChg>
      <pc:sldChg chg="addSp delSp modSp add mod">
        <pc:chgData name="HO/Singh Nitin Kumar, DPM(I-COMP)" userId="1d2cb0ee-a8e5-4ccf-9076-246fbb6f66f5" providerId="ADAL" clId="{CB690828-EE9E-48D8-AE9A-766888743AB1}" dt="2026-08-08T20:15:11.622" v="3591" actId="1076"/>
        <pc:sldMkLst>
          <pc:docMk/>
          <pc:sldMk cId="3990594328" sldId="281"/>
        </pc:sldMkLst>
        <pc:spChg chg="add del mod">
          <ac:chgData name="HO/Singh Nitin Kumar, DPM(I-COMP)" userId="1d2cb0ee-a8e5-4ccf-9076-246fbb6f66f5" providerId="ADAL" clId="{CB690828-EE9E-48D8-AE9A-766888743AB1}" dt="2026-08-08T19:35:01.887" v="2969" actId="478"/>
          <ac:spMkLst>
            <pc:docMk/>
            <pc:sldMk cId="3990594328" sldId="281"/>
            <ac:spMk id="4" creationId="{A4C0CA20-8F75-2A8E-07EE-AF6FCBA56B1D}"/>
          </ac:spMkLst>
        </pc:spChg>
        <pc:spChg chg="mod ord">
          <ac:chgData name="HO/Singh Nitin Kumar, DPM(I-COMP)" userId="1d2cb0ee-a8e5-4ccf-9076-246fbb6f66f5" providerId="ADAL" clId="{CB690828-EE9E-48D8-AE9A-766888743AB1}" dt="2026-08-08T20:02:38.502" v="3387" actId="1076"/>
          <ac:spMkLst>
            <pc:docMk/>
            <pc:sldMk cId="3990594328" sldId="281"/>
            <ac:spMk id="6" creationId="{9EDEB7AD-1EF1-D919-16C0-E136EC3D439E}"/>
          </ac:spMkLst>
        </pc:spChg>
        <pc:spChg chg="add mod">
          <ac:chgData name="HO/Singh Nitin Kumar, DPM(I-COMP)" userId="1d2cb0ee-a8e5-4ccf-9076-246fbb6f66f5" providerId="ADAL" clId="{CB690828-EE9E-48D8-AE9A-766888743AB1}" dt="2026-08-08T19:57:38.664" v="3328" actId="6549"/>
          <ac:spMkLst>
            <pc:docMk/>
            <pc:sldMk cId="3990594328" sldId="281"/>
            <ac:spMk id="8" creationId="{6B3109C8-EF38-5672-E204-86A47E335D01}"/>
          </ac:spMkLst>
        </pc:spChg>
        <pc:spChg chg="mod">
          <ac:chgData name="HO/Singh Nitin Kumar, DPM(I-COMP)" userId="1d2cb0ee-a8e5-4ccf-9076-246fbb6f66f5" providerId="ADAL" clId="{CB690828-EE9E-48D8-AE9A-766888743AB1}" dt="2026-08-08T20:09:27.723" v="3478" actId="208"/>
          <ac:spMkLst>
            <pc:docMk/>
            <pc:sldMk cId="3990594328" sldId="281"/>
            <ac:spMk id="10" creationId="{9C03CD0F-E669-DECF-F967-3BCE97F96E33}"/>
          </ac:spMkLst>
        </pc:spChg>
        <pc:spChg chg="del">
          <ac:chgData name="HO/Singh Nitin Kumar, DPM(I-COMP)" userId="1d2cb0ee-a8e5-4ccf-9076-246fbb6f66f5" providerId="ADAL" clId="{CB690828-EE9E-48D8-AE9A-766888743AB1}" dt="2026-08-08T19:34:59.062" v="2968" actId="478"/>
          <ac:spMkLst>
            <pc:docMk/>
            <pc:sldMk cId="3990594328" sldId="281"/>
            <ac:spMk id="11" creationId="{20D777C7-8299-164C-FE08-C83FF4855C7E}"/>
          </ac:spMkLst>
        </pc:spChg>
        <pc:spChg chg="del">
          <ac:chgData name="HO/Singh Nitin Kumar, DPM(I-COMP)" userId="1d2cb0ee-a8e5-4ccf-9076-246fbb6f66f5" providerId="ADAL" clId="{CB690828-EE9E-48D8-AE9A-766888743AB1}" dt="2026-08-08T19:49:30.722" v="3037" actId="478"/>
          <ac:spMkLst>
            <pc:docMk/>
            <pc:sldMk cId="3990594328" sldId="281"/>
            <ac:spMk id="12" creationId="{C882170A-D766-5827-BC46-23C7424E0BCA}"/>
          </ac:spMkLst>
        </pc:spChg>
        <pc:spChg chg="add mod">
          <ac:chgData name="HO/Singh Nitin Kumar, DPM(I-COMP)" userId="1d2cb0ee-a8e5-4ccf-9076-246fbb6f66f5" providerId="ADAL" clId="{CB690828-EE9E-48D8-AE9A-766888743AB1}" dt="2026-08-08T19:49:31.730" v="3038"/>
          <ac:spMkLst>
            <pc:docMk/>
            <pc:sldMk cId="3990594328" sldId="281"/>
            <ac:spMk id="14" creationId="{91091B68-225C-7BB4-68F8-79CBA34700F9}"/>
          </ac:spMkLst>
        </pc:spChg>
        <pc:spChg chg="add del mod">
          <ac:chgData name="HO/Singh Nitin Kumar, DPM(I-COMP)" userId="1d2cb0ee-a8e5-4ccf-9076-246fbb6f66f5" providerId="ADAL" clId="{CB690828-EE9E-48D8-AE9A-766888743AB1}" dt="2026-08-08T19:52:51.061" v="3132" actId="21"/>
          <ac:spMkLst>
            <pc:docMk/>
            <pc:sldMk cId="3990594328" sldId="281"/>
            <ac:spMk id="15" creationId="{E44B6C78-FC86-9DB0-30F1-A3B5F40B7AD0}"/>
          </ac:spMkLst>
        </pc:spChg>
        <pc:spChg chg="add del mod">
          <ac:chgData name="HO/Singh Nitin Kumar, DPM(I-COMP)" userId="1d2cb0ee-a8e5-4ccf-9076-246fbb6f66f5" providerId="ADAL" clId="{CB690828-EE9E-48D8-AE9A-766888743AB1}" dt="2026-08-08T20:01:52.940" v="3379" actId="478"/>
          <ac:spMkLst>
            <pc:docMk/>
            <pc:sldMk cId="3990594328" sldId="281"/>
            <ac:spMk id="16" creationId="{B23B2380-52B6-6D71-3CAF-3F5DF87E4F79}"/>
          </ac:spMkLst>
        </pc:spChg>
        <pc:spChg chg="add mod">
          <ac:chgData name="HO/Singh Nitin Kumar, DPM(I-COMP)" userId="1d2cb0ee-a8e5-4ccf-9076-246fbb6f66f5" providerId="ADAL" clId="{CB690828-EE9E-48D8-AE9A-766888743AB1}" dt="2026-08-08T20:02:06.196" v="3381"/>
          <ac:spMkLst>
            <pc:docMk/>
            <pc:sldMk cId="3990594328" sldId="281"/>
            <ac:spMk id="17" creationId="{96B099AD-254D-46F0-4EEE-C162127E946E}"/>
          </ac:spMkLst>
        </pc:spChg>
        <pc:spChg chg="add mod">
          <ac:chgData name="HO/Singh Nitin Kumar, DPM(I-COMP)" userId="1d2cb0ee-a8e5-4ccf-9076-246fbb6f66f5" providerId="ADAL" clId="{CB690828-EE9E-48D8-AE9A-766888743AB1}" dt="2026-08-08T20:04:07.553" v="3469" actId="1076"/>
          <ac:spMkLst>
            <pc:docMk/>
            <pc:sldMk cId="3990594328" sldId="281"/>
            <ac:spMk id="20" creationId="{1E6D8682-4CF9-7D42-088C-C8F12306B141}"/>
          </ac:spMkLst>
        </pc:spChg>
        <pc:spChg chg="add del mod">
          <ac:chgData name="HO/Singh Nitin Kumar, DPM(I-COMP)" userId="1d2cb0ee-a8e5-4ccf-9076-246fbb6f66f5" providerId="ADAL" clId="{CB690828-EE9E-48D8-AE9A-766888743AB1}" dt="2026-08-08T20:06:26.527" v="3476" actId="478"/>
          <ac:spMkLst>
            <pc:docMk/>
            <pc:sldMk cId="3990594328" sldId="281"/>
            <ac:spMk id="22" creationId="{DFC0286C-8868-A50E-6AEA-E72C0976524F}"/>
          </ac:spMkLst>
        </pc:spChg>
        <pc:spChg chg="add mod">
          <ac:chgData name="HO/Singh Nitin Kumar, DPM(I-COMP)" userId="1d2cb0ee-a8e5-4ccf-9076-246fbb6f66f5" providerId="ADAL" clId="{CB690828-EE9E-48D8-AE9A-766888743AB1}" dt="2026-08-08T20:15:11.622" v="3591" actId="1076"/>
          <ac:spMkLst>
            <pc:docMk/>
            <pc:sldMk cId="3990594328" sldId="281"/>
            <ac:spMk id="23" creationId="{1FB96A52-72BE-31D7-994C-6D08001D894F}"/>
          </ac:spMkLst>
        </pc:spChg>
        <pc:spChg chg="add del mod">
          <ac:chgData name="HO/Singh Nitin Kumar, DPM(I-COMP)" userId="1d2cb0ee-a8e5-4ccf-9076-246fbb6f66f5" providerId="ADAL" clId="{CB690828-EE9E-48D8-AE9A-766888743AB1}" dt="2026-08-08T20:14:20.087" v="3579" actId="478"/>
          <ac:spMkLst>
            <pc:docMk/>
            <pc:sldMk cId="3990594328" sldId="281"/>
            <ac:spMk id="25" creationId="{896538E1-C27C-9718-B248-3C00B36B5F68}"/>
          </ac:spMkLst>
        </pc:spChg>
        <pc:spChg chg="add mod">
          <ac:chgData name="HO/Singh Nitin Kumar, DPM(I-COMP)" userId="1d2cb0ee-a8e5-4ccf-9076-246fbb6f66f5" providerId="ADAL" clId="{CB690828-EE9E-48D8-AE9A-766888743AB1}" dt="2026-08-08T20:14:01.729" v="3577"/>
          <ac:spMkLst>
            <pc:docMk/>
            <pc:sldMk cId="3990594328" sldId="281"/>
            <ac:spMk id="26" creationId="{7BF73AA9-B84E-8589-C705-95B700B027BB}"/>
          </ac:spMkLst>
        </pc:spChg>
        <pc:spChg chg="add mod">
          <ac:chgData name="HO/Singh Nitin Kumar, DPM(I-COMP)" userId="1d2cb0ee-a8e5-4ccf-9076-246fbb6f66f5" providerId="ADAL" clId="{CB690828-EE9E-48D8-AE9A-766888743AB1}" dt="2026-08-08T20:14:01.729" v="3577"/>
          <ac:spMkLst>
            <pc:docMk/>
            <pc:sldMk cId="3990594328" sldId="281"/>
            <ac:spMk id="27" creationId="{F4D36CA0-D10A-37CC-BC7E-988B23493BD2}"/>
          </ac:spMkLst>
        </pc:spChg>
        <pc:spChg chg="add mod">
          <ac:chgData name="HO/Singh Nitin Kumar, DPM(I-COMP)" userId="1d2cb0ee-a8e5-4ccf-9076-246fbb6f66f5" providerId="ADAL" clId="{CB690828-EE9E-48D8-AE9A-766888743AB1}" dt="2026-08-08T20:14:01.729" v="3577"/>
          <ac:spMkLst>
            <pc:docMk/>
            <pc:sldMk cId="3990594328" sldId="281"/>
            <ac:spMk id="28" creationId="{208BC9B2-C81E-4B2A-0D22-CE00362B95B0}"/>
          </ac:spMkLst>
        </pc:spChg>
        <pc:spChg chg="add mod">
          <ac:chgData name="HO/Singh Nitin Kumar, DPM(I-COMP)" userId="1d2cb0ee-a8e5-4ccf-9076-246fbb6f66f5" providerId="ADAL" clId="{CB690828-EE9E-48D8-AE9A-766888743AB1}" dt="2026-08-08T20:14:16.366" v="3578"/>
          <ac:spMkLst>
            <pc:docMk/>
            <pc:sldMk cId="3990594328" sldId="281"/>
            <ac:spMk id="29" creationId="{5AAF7478-6DE8-9106-06A2-0B6F88A2DA57}"/>
          </ac:spMkLst>
        </pc:spChg>
        <pc:spChg chg="add mod">
          <ac:chgData name="HO/Singh Nitin Kumar, DPM(I-COMP)" userId="1d2cb0ee-a8e5-4ccf-9076-246fbb6f66f5" providerId="ADAL" clId="{CB690828-EE9E-48D8-AE9A-766888743AB1}" dt="2026-08-08T20:14:37.253" v="3583" actId="1076"/>
          <ac:spMkLst>
            <pc:docMk/>
            <pc:sldMk cId="3990594328" sldId="281"/>
            <ac:spMk id="30" creationId="{A2963CF1-2CDA-DFF4-3D01-59ADF3270F85}"/>
          </ac:spMkLst>
        </pc:spChg>
        <pc:picChg chg="add mod ord">
          <ac:chgData name="HO/Singh Nitin Kumar, DPM(I-COMP)" userId="1d2cb0ee-a8e5-4ccf-9076-246fbb6f66f5" providerId="ADAL" clId="{CB690828-EE9E-48D8-AE9A-766888743AB1}" dt="2026-08-08T19:34:19.609" v="2962" actId="167"/>
          <ac:picMkLst>
            <pc:docMk/>
            <pc:sldMk cId="3990594328" sldId="281"/>
            <ac:picMk id="2" creationId="{000E2E07-24E2-A490-0C31-DB781784670B}"/>
          </ac:picMkLst>
        </pc:picChg>
        <pc:picChg chg="add mod">
          <ac:chgData name="HO/Singh Nitin Kumar, DPM(I-COMP)" userId="1d2cb0ee-a8e5-4ccf-9076-246fbb6f66f5" providerId="ADAL" clId="{CB690828-EE9E-48D8-AE9A-766888743AB1}" dt="2026-08-08T19:34:01.130" v="2958" actId="1038"/>
          <ac:picMkLst>
            <pc:docMk/>
            <pc:sldMk cId="3990594328" sldId="281"/>
            <ac:picMk id="3" creationId="{E7C92D4F-7134-39CC-3F83-9FFA8FC0B70C}"/>
          </ac:picMkLst>
        </pc:picChg>
        <pc:picChg chg="del">
          <ac:chgData name="HO/Singh Nitin Kumar, DPM(I-COMP)" userId="1d2cb0ee-a8e5-4ccf-9076-246fbb6f66f5" providerId="ADAL" clId="{CB690828-EE9E-48D8-AE9A-766888743AB1}" dt="2026-08-08T19:32:32.568" v="2904" actId="478"/>
          <ac:picMkLst>
            <pc:docMk/>
            <pc:sldMk cId="3990594328" sldId="281"/>
            <ac:picMk id="5" creationId="{08CF9A69-2DA8-F5F7-29AC-2E4C737D0D55}"/>
          </ac:picMkLst>
        </pc:picChg>
        <pc:picChg chg="del">
          <ac:chgData name="HO/Singh Nitin Kumar, DPM(I-COMP)" userId="1d2cb0ee-a8e5-4ccf-9076-246fbb6f66f5" providerId="ADAL" clId="{CB690828-EE9E-48D8-AE9A-766888743AB1}" dt="2026-08-08T19:32:33.632" v="2905" actId="478"/>
          <ac:picMkLst>
            <pc:docMk/>
            <pc:sldMk cId="3990594328" sldId="281"/>
            <ac:picMk id="7" creationId="{77C75A9B-8FED-B7D4-6654-3EE68183469B}"/>
          </ac:picMkLst>
        </pc:picChg>
        <pc:picChg chg="add del mod modCrop">
          <ac:chgData name="HO/Singh Nitin Kumar, DPM(I-COMP)" userId="1d2cb0ee-a8e5-4ccf-9076-246fbb6f66f5" providerId="ADAL" clId="{CB690828-EE9E-48D8-AE9A-766888743AB1}" dt="2026-08-08T19:49:12.875" v="3031" actId="21"/>
          <ac:picMkLst>
            <pc:docMk/>
            <pc:sldMk cId="3990594328" sldId="281"/>
            <ac:picMk id="13" creationId="{44B7F6AF-75AC-2088-98A3-8FEE4A2718E4}"/>
          </ac:picMkLst>
        </pc:picChg>
        <pc:picChg chg="add mod">
          <ac:chgData name="HO/Singh Nitin Kumar, DPM(I-COMP)" userId="1d2cb0ee-a8e5-4ccf-9076-246fbb6f66f5" providerId="ADAL" clId="{CB690828-EE9E-48D8-AE9A-766888743AB1}" dt="2026-08-08T20:02:41.902" v="3403" actId="1036"/>
          <ac:picMkLst>
            <pc:docMk/>
            <pc:sldMk cId="3990594328" sldId="281"/>
            <ac:picMk id="18" creationId="{F6D636EF-0A07-D312-FAD3-90419101612D}"/>
          </ac:picMkLst>
        </pc:picChg>
        <pc:picChg chg="add mod">
          <ac:chgData name="HO/Singh Nitin Kumar, DPM(I-COMP)" userId="1d2cb0ee-a8e5-4ccf-9076-246fbb6f66f5" providerId="ADAL" clId="{CB690828-EE9E-48D8-AE9A-766888743AB1}" dt="2026-08-08T20:02:06.196" v="3381"/>
          <ac:picMkLst>
            <pc:docMk/>
            <pc:sldMk cId="3990594328" sldId="281"/>
            <ac:picMk id="19" creationId="{BE7B69B1-3A2A-9647-4860-31F710C8561F}"/>
          </ac:picMkLst>
        </pc:picChg>
      </pc:sldChg>
      <pc:sldChg chg="addSp delSp modSp add mod">
        <pc:chgData name="HO/Singh Nitin Kumar, DPM(I-COMP)" userId="1d2cb0ee-a8e5-4ccf-9076-246fbb6f66f5" providerId="ADAL" clId="{CB690828-EE9E-48D8-AE9A-766888743AB1}" dt="2026-08-08T20:15:06.765" v="3590" actId="1076"/>
        <pc:sldMkLst>
          <pc:docMk/>
          <pc:sldMk cId="543331000" sldId="282"/>
        </pc:sldMkLst>
        <pc:spChg chg="mod ord">
          <ac:chgData name="HO/Singh Nitin Kumar, DPM(I-COMP)" userId="1d2cb0ee-a8e5-4ccf-9076-246fbb6f66f5" providerId="ADAL" clId="{CB690828-EE9E-48D8-AE9A-766888743AB1}" dt="2026-08-08T20:03:18.781" v="3411" actId="1035"/>
          <ac:spMkLst>
            <pc:docMk/>
            <pc:sldMk cId="543331000" sldId="282"/>
            <ac:spMk id="6" creationId="{9B4DF115-5D21-1708-A072-3E436872D3F9}"/>
          </ac:spMkLst>
        </pc:spChg>
        <pc:spChg chg="mod">
          <ac:chgData name="HO/Singh Nitin Kumar, DPM(I-COMP)" userId="1d2cb0ee-a8e5-4ccf-9076-246fbb6f66f5" providerId="ADAL" clId="{CB690828-EE9E-48D8-AE9A-766888743AB1}" dt="2026-08-08T20:09:30.559" v="3479" actId="208"/>
          <ac:spMkLst>
            <pc:docMk/>
            <pc:sldMk cId="543331000" sldId="282"/>
            <ac:spMk id="10" creationId="{CB234FDD-7B1B-DB9B-485E-15D913FB99D5}"/>
          </ac:spMkLst>
        </pc:spChg>
        <pc:spChg chg="del">
          <ac:chgData name="HO/Singh Nitin Kumar, DPM(I-COMP)" userId="1d2cb0ee-a8e5-4ccf-9076-246fbb6f66f5" providerId="ADAL" clId="{CB690828-EE9E-48D8-AE9A-766888743AB1}" dt="2026-08-08T19:35:15.625" v="2971" actId="478"/>
          <ac:spMkLst>
            <pc:docMk/>
            <pc:sldMk cId="543331000" sldId="282"/>
            <ac:spMk id="11" creationId="{DDEA6101-0E81-77DD-3D5F-62A498B0E55E}"/>
          </ac:spMkLst>
        </pc:spChg>
        <pc:spChg chg="del">
          <ac:chgData name="HO/Singh Nitin Kumar, DPM(I-COMP)" userId="1d2cb0ee-a8e5-4ccf-9076-246fbb6f66f5" providerId="ADAL" clId="{CB690828-EE9E-48D8-AE9A-766888743AB1}" dt="2026-08-08T19:49:36.530" v="3039" actId="478"/>
          <ac:spMkLst>
            <pc:docMk/>
            <pc:sldMk cId="543331000" sldId="282"/>
            <ac:spMk id="12" creationId="{738269F8-BD2F-EEB1-CEAC-C76BED93E840}"/>
          </ac:spMkLst>
        </pc:spChg>
        <pc:spChg chg="add mod">
          <ac:chgData name="HO/Singh Nitin Kumar, DPM(I-COMP)" userId="1d2cb0ee-a8e5-4ccf-9076-246fbb6f66f5" providerId="ADAL" clId="{CB690828-EE9E-48D8-AE9A-766888743AB1}" dt="2026-08-08T19:57:41.095" v="3329" actId="6549"/>
          <ac:spMkLst>
            <pc:docMk/>
            <pc:sldMk cId="543331000" sldId="282"/>
            <ac:spMk id="14" creationId="{16F1092B-2AEE-3BCA-A2F6-A76DD63AE582}"/>
          </ac:spMkLst>
        </pc:spChg>
        <pc:spChg chg="add mod">
          <ac:chgData name="HO/Singh Nitin Kumar, DPM(I-COMP)" userId="1d2cb0ee-a8e5-4ccf-9076-246fbb6f66f5" providerId="ADAL" clId="{CB690828-EE9E-48D8-AE9A-766888743AB1}" dt="2026-08-08T19:49:37.703" v="3040"/>
          <ac:spMkLst>
            <pc:docMk/>
            <pc:sldMk cId="543331000" sldId="282"/>
            <ac:spMk id="15" creationId="{5057AF6D-B22E-3E0D-7140-E0A1AEEAC9E6}"/>
          </ac:spMkLst>
        </pc:spChg>
        <pc:spChg chg="add mod">
          <ac:chgData name="HO/Singh Nitin Kumar, DPM(I-COMP)" userId="1d2cb0ee-a8e5-4ccf-9076-246fbb6f66f5" providerId="ADAL" clId="{CB690828-EE9E-48D8-AE9A-766888743AB1}" dt="2026-08-08T19:56:32.991" v="3271" actId="1076"/>
          <ac:spMkLst>
            <pc:docMk/>
            <pc:sldMk cId="543331000" sldId="282"/>
            <ac:spMk id="17" creationId="{E06B7D5E-51DA-66C1-E074-5E2CE9263C85}"/>
          </ac:spMkLst>
        </pc:spChg>
        <pc:spChg chg="add del mod">
          <ac:chgData name="HO/Singh Nitin Kumar, DPM(I-COMP)" userId="1d2cb0ee-a8e5-4ccf-9076-246fbb6f66f5" providerId="ADAL" clId="{CB690828-EE9E-48D8-AE9A-766888743AB1}" dt="2026-08-08T19:51:27.720" v="3118" actId="478"/>
          <ac:spMkLst>
            <pc:docMk/>
            <pc:sldMk cId="543331000" sldId="282"/>
            <ac:spMk id="18" creationId="{2DDE8EA3-BF94-A16C-D166-B1A3CD4D838F}"/>
          </ac:spMkLst>
        </pc:spChg>
        <pc:spChg chg="add mod">
          <ac:chgData name="HO/Singh Nitin Kumar, DPM(I-COMP)" userId="1d2cb0ee-a8e5-4ccf-9076-246fbb6f66f5" providerId="ADAL" clId="{CB690828-EE9E-48D8-AE9A-766888743AB1}" dt="2026-08-08T19:53:05.855" v="3136" actId="108"/>
          <ac:spMkLst>
            <pc:docMk/>
            <pc:sldMk cId="543331000" sldId="282"/>
            <ac:spMk id="19" creationId="{69C0C154-DB18-58F6-98E3-59BDA290926A}"/>
          </ac:spMkLst>
        </pc:spChg>
        <pc:spChg chg="add mod">
          <ac:chgData name="HO/Singh Nitin Kumar, DPM(I-COMP)" userId="1d2cb0ee-a8e5-4ccf-9076-246fbb6f66f5" providerId="ADAL" clId="{CB690828-EE9E-48D8-AE9A-766888743AB1}" dt="2026-08-08T20:12:42.508" v="3570" actId="1038"/>
          <ac:spMkLst>
            <pc:docMk/>
            <pc:sldMk cId="543331000" sldId="282"/>
            <ac:spMk id="20" creationId="{5A075E00-3B5E-DFF9-3D49-5966F6C4071A}"/>
          </ac:spMkLst>
        </pc:spChg>
        <pc:spChg chg="add del mod">
          <ac:chgData name="HO/Singh Nitin Kumar, DPM(I-COMP)" userId="1d2cb0ee-a8e5-4ccf-9076-246fbb6f66f5" providerId="ADAL" clId="{CB690828-EE9E-48D8-AE9A-766888743AB1}" dt="2026-08-08T19:52:54.030" v="3134" actId="478"/>
          <ac:spMkLst>
            <pc:docMk/>
            <pc:sldMk cId="543331000" sldId="282"/>
            <ac:spMk id="21" creationId="{5FB9712B-D9AD-D27D-B506-5FE25B0DD0B5}"/>
          </ac:spMkLst>
        </pc:spChg>
        <pc:spChg chg="add mod">
          <ac:chgData name="HO/Singh Nitin Kumar, DPM(I-COMP)" userId="1d2cb0ee-a8e5-4ccf-9076-246fbb6f66f5" providerId="ADAL" clId="{CB690828-EE9E-48D8-AE9A-766888743AB1}" dt="2026-08-08T20:12:57.881" v="3572" actId="14100"/>
          <ac:spMkLst>
            <pc:docMk/>
            <pc:sldMk cId="543331000" sldId="282"/>
            <ac:spMk id="22" creationId="{E44B6C78-FC86-9DB0-30F1-A3B5F40B7AD0}"/>
          </ac:spMkLst>
        </pc:spChg>
        <pc:spChg chg="add mod">
          <ac:chgData name="HO/Singh Nitin Kumar, DPM(I-COMP)" userId="1d2cb0ee-a8e5-4ccf-9076-246fbb6f66f5" providerId="ADAL" clId="{CB690828-EE9E-48D8-AE9A-766888743AB1}" dt="2026-08-08T20:12:47.949" v="3571" actId="14100"/>
          <ac:spMkLst>
            <pc:docMk/>
            <pc:sldMk cId="543331000" sldId="282"/>
            <ac:spMk id="23" creationId="{08261C25-D167-4925-E65E-413FC7AC001B}"/>
          </ac:spMkLst>
        </pc:spChg>
        <pc:spChg chg="add del mod">
          <ac:chgData name="HO/Singh Nitin Kumar, DPM(I-COMP)" userId="1d2cb0ee-a8e5-4ccf-9076-246fbb6f66f5" providerId="ADAL" clId="{CB690828-EE9E-48D8-AE9A-766888743AB1}" dt="2026-08-08T19:57:42.665" v="3330" actId="478"/>
          <ac:spMkLst>
            <pc:docMk/>
            <pc:sldMk cId="543331000" sldId="282"/>
            <ac:spMk id="25" creationId="{D75F5786-39A8-FDBB-4600-61D70B97CB18}"/>
          </ac:spMkLst>
        </pc:spChg>
        <pc:spChg chg="add mod">
          <ac:chgData name="HO/Singh Nitin Kumar, DPM(I-COMP)" userId="1d2cb0ee-a8e5-4ccf-9076-246fbb6f66f5" providerId="ADAL" clId="{CB690828-EE9E-48D8-AE9A-766888743AB1}" dt="2026-08-08T20:02:49.150" v="3405"/>
          <ac:spMkLst>
            <pc:docMk/>
            <pc:sldMk cId="543331000" sldId="282"/>
            <ac:spMk id="26" creationId="{CB7C9217-7225-EA56-5891-840A3A329D7F}"/>
          </ac:spMkLst>
        </pc:spChg>
        <pc:spChg chg="add mod">
          <ac:chgData name="HO/Singh Nitin Kumar, DPM(I-COMP)" userId="1d2cb0ee-a8e5-4ccf-9076-246fbb6f66f5" providerId="ADAL" clId="{CB690828-EE9E-48D8-AE9A-766888743AB1}" dt="2026-08-08T20:04:00.844" v="3467" actId="1076"/>
          <ac:spMkLst>
            <pc:docMk/>
            <pc:sldMk cId="543331000" sldId="282"/>
            <ac:spMk id="29" creationId="{15C0A927-4649-4B02-86F1-FD141E913417}"/>
          </ac:spMkLst>
        </pc:spChg>
        <pc:spChg chg="add mod">
          <ac:chgData name="HO/Singh Nitin Kumar, DPM(I-COMP)" userId="1d2cb0ee-a8e5-4ccf-9076-246fbb6f66f5" providerId="ADAL" clId="{CB690828-EE9E-48D8-AE9A-766888743AB1}" dt="2026-08-08T20:15:06.765" v="3590" actId="1076"/>
          <ac:spMkLst>
            <pc:docMk/>
            <pc:sldMk cId="543331000" sldId="282"/>
            <ac:spMk id="30" creationId="{D4CC0147-4253-D628-CEB6-261EF7B23B4E}"/>
          </ac:spMkLst>
        </pc:spChg>
        <pc:picChg chg="add del mod">
          <ac:chgData name="HO/Singh Nitin Kumar, DPM(I-COMP)" userId="1d2cb0ee-a8e5-4ccf-9076-246fbb6f66f5" providerId="ADAL" clId="{CB690828-EE9E-48D8-AE9A-766888743AB1}" dt="2026-08-08T19:32:43.050" v="2912" actId="21"/>
          <ac:picMkLst>
            <pc:docMk/>
            <pc:sldMk cId="543331000" sldId="282"/>
            <ac:picMk id="3" creationId="{E7C92D4F-7134-39CC-3F83-9FFA8FC0B70C}"/>
          </ac:picMkLst>
        </pc:picChg>
        <pc:picChg chg="del">
          <ac:chgData name="HO/Singh Nitin Kumar, DPM(I-COMP)" userId="1d2cb0ee-a8e5-4ccf-9076-246fbb6f66f5" providerId="ADAL" clId="{CB690828-EE9E-48D8-AE9A-766888743AB1}" dt="2026-08-08T19:32:36.916" v="2906" actId="478"/>
          <ac:picMkLst>
            <pc:docMk/>
            <pc:sldMk cId="543331000" sldId="282"/>
            <ac:picMk id="5" creationId="{8E3B1267-3DDC-A052-6AEE-9AB589387D33}"/>
          </ac:picMkLst>
        </pc:picChg>
        <pc:picChg chg="del">
          <ac:chgData name="HO/Singh Nitin Kumar, DPM(I-COMP)" userId="1d2cb0ee-a8e5-4ccf-9076-246fbb6f66f5" providerId="ADAL" clId="{CB690828-EE9E-48D8-AE9A-766888743AB1}" dt="2026-08-08T19:32:37.719" v="2907" actId="478"/>
          <ac:picMkLst>
            <pc:docMk/>
            <pc:sldMk cId="543331000" sldId="282"/>
            <ac:picMk id="7" creationId="{D32AAE76-1002-E506-A30A-2CE18C29E67D}"/>
          </ac:picMkLst>
        </pc:picChg>
        <pc:picChg chg="add mod">
          <ac:chgData name="HO/Singh Nitin Kumar, DPM(I-COMP)" userId="1d2cb0ee-a8e5-4ccf-9076-246fbb6f66f5" providerId="ADAL" clId="{CB690828-EE9E-48D8-AE9A-766888743AB1}" dt="2026-08-08T19:34:05.919" v="2959" actId="1038"/>
          <ac:picMkLst>
            <pc:docMk/>
            <pc:sldMk cId="543331000" sldId="282"/>
            <ac:picMk id="8" creationId="{75E26A24-BD15-BE05-F501-E3D4FE71ECE9}"/>
          </ac:picMkLst>
        </pc:picChg>
        <pc:picChg chg="add mod ord">
          <ac:chgData name="HO/Singh Nitin Kumar, DPM(I-COMP)" userId="1d2cb0ee-a8e5-4ccf-9076-246fbb6f66f5" providerId="ADAL" clId="{CB690828-EE9E-48D8-AE9A-766888743AB1}" dt="2026-08-08T19:34:35.364" v="2965" actId="167"/>
          <ac:picMkLst>
            <pc:docMk/>
            <pc:sldMk cId="543331000" sldId="282"/>
            <ac:picMk id="13" creationId="{12679EF2-A23B-5489-3A5C-EC3F7FD2C02B}"/>
          </ac:picMkLst>
        </pc:picChg>
        <pc:picChg chg="add del mod">
          <ac:chgData name="HO/Singh Nitin Kumar, DPM(I-COMP)" userId="1d2cb0ee-a8e5-4ccf-9076-246fbb6f66f5" providerId="ADAL" clId="{CB690828-EE9E-48D8-AE9A-766888743AB1}" dt="2026-08-08T19:49:54.476" v="3044" actId="478"/>
          <ac:picMkLst>
            <pc:docMk/>
            <pc:sldMk cId="543331000" sldId="282"/>
            <ac:picMk id="16" creationId="{B0EBDF4E-2970-B916-81B5-1A880C8B454C}"/>
          </ac:picMkLst>
        </pc:picChg>
        <pc:picChg chg="add mod">
          <ac:chgData name="HO/Singh Nitin Kumar, DPM(I-COMP)" userId="1d2cb0ee-a8e5-4ccf-9076-246fbb6f66f5" providerId="ADAL" clId="{CB690828-EE9E-48D8-AE9A-766888743AB1}" dt="2026-08-08T20:03:24.041" v="3422" actId="1036"/>
          <ac:picMkLst>
            <pc:docMk/>
            <pc:sldMk cId="543331000" sldId="282"/>
            <ac:picMk id="27" creationId="{B97B703A-AAF7-240E-C0EE-310617C2E9D6}"/>
          </ac:picMkLst>
        </pc:picChg>
        <pc:picChg chg="add mod">
          <ac:chgData name="HO/Singh Nitin Kumar, DPM(I-COMP)" userId="1d2cb0ee-a8e5-4ccf-9076-246fbb6f66f5" providerId="ADAL" clId="{CB690828-EE9E-48D8-AE9A-766888743AB1}" dt="2026-08-08T20:02:49.150" v="3405"/>
          <ac:picMkLst>
            <pc:docMk/>
            <pc:sldMk cId="543331000" sldId="282"/>
            <ac:picMk id="28" creationId="{FAD5645F-E3E0-8E84-E57A-D18F716DD6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AC3B-0FAB-CF38-962B-B1721188A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546AF2-89C3-99AB-5429-24A81A92A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A9FD5-8113-45B7-0362-F4131D77F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3D1B-FA97-418C-A386-A958DE10A2FD}" type="datetimeFigureOut">
              <a:rPr lang="en-US" smtClean="0"/>
              <a:t>09-Aug-2026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D7569-48CB-D8F9-41E9-24964434C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ABF2A-632A-99E0-B612-0F016C08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8B8C-8CDA-447F-949F-A6F8C93F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B99EF-2FDB-42B4-810D-094E0940E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471CE-4958-C87D-44C2-96A235386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F3CE4-8F30-0446-8988-722DD5A0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3D1B-FA97-418C-A386-A958DE10A2FD}" type="datetimeFigureOut">
              <a:rPr lang="en-US" smtClean="0"/>
              <a:t>09-Aug-2026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6CA21-5657-283C-90B0-BCDD8569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2596D-7151-43C1-F853-8E2573681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8B8C-8CDA-447F-949F-A6F8C93F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47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6832-FF7C-A16B-F8BD-9CB7FC72F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329D4-82CF-B604-74CF-6EBB8FDF1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05632-066F-74A8-B304-DA0C2ED08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3D1B-FA97-418C-A386-A958DE10A2FD}" type="datetimeFigureOut">
              <a:rPr lang="en-US" smtClean="0"/>
              <a:t>09-Aug-2026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090A4-399D-FA72-4809-E1A7E38A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6DECF-5963-8E66-1EC7-BC62E345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8B8C-8CDA-447F-949F-A6F8C93F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2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21AE0-6B2A-6A01-4B88-9EA5B20F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8E544-573A-1D5F-8F83-6E5218A85E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768F6-88A2-73A9-39A0-D95AB995A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A8DFB-4B34-33D3-91E9-3972D4DA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3D1B-FA97-418C-A386-A958DE10A2FD}" type="datetimeFigureOut">
              <a:rPr lang="en-US" smtClean="0"/>
              <a:t>09-Aug-2026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4554A-25CD-2C69-1F98-F5B415D5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1E582-46F6-6BD7-4DE5-AEF0C0AD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8B8C-8CDA-447F-949F-A6F8C93F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9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7F0A-3F3B-EC4A-88CC-5699C37F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CE2E0-277B-E0D0-640A-91EB8C32A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89DB8-22BF-4685-B441-05CD19247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39FC4-92F0-E82B-A18D-1D89C2657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CC894-CBA6-06BF-E86A-0E8796343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827BE6-7BB3-DDCD-4735-638FED13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3D1B-FA97-418C-A386-A958DE10A2FD}" type="datetimeFigureOut">
              <a:rPr lang="en-US" smtClean="0"/>
              <a:t>09-Aug-2026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6627F-9E76-61C5-4A4B-01748689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668F0F-FD64-C975-CA85-E61F1007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8B8C-8CDA-447F-949F-A6F8C93F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8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BBFBF-D3F0-FF56-59C9-8E882C03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6CFAF-277C-3F96-C1D2-A742CE54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3D1B-FA97-418C-A386-A958DE10A2FD}" type="datetimeFigureOut">
              <a:rPr lang="en-US" smtClean="0"/>
              <a:t>09-Aug-2026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0EB76-9DA0-95E2-CC0E-602EF9A4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0703D-0FF6-2855-A58D-A8078D07B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8B8C-8CDA-447F-949F-A6F8C93F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88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2F64C-29BD-B43B-AF6D-AE686D2D9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3D1B-FA97-418C-A386-A958DE10A2FD}" type="datetimeFigureOut">
              <a:rPr lang="en-US" smtClean="0"/>
              <a:t>09-Aug-2026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557A9-A9A3-BBDA-FB59-9D25737FE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BEAF4-3F27-188C-9057-1611A72B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8B8C-8CDA-447F-949F-A6F8C93F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7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1D89-042B-770D-018E-A00DDDF9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DB3F-07E5-C130-FCE8-54365FF9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DF668-470D-8F36-595D-91FF31582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4E732-EAA2-B1A7-0E69-712448A36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3D1B-FA97-418C-A386-A958DE10A2FD}" type="datetimeFigureOut">
              <a:rPr lang="en-US" smtClean="0"/>
              <a:t>09-Aug-2026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AEC66-8176-474C-FA5F-09E6A186C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1D142-942B-F1F6-BF7A-CEE397B1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8B8C-8CDA-447F-949F-A6F8C93F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1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C364B-9AD9-7184-534F-0C5857C1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C8FBDA-E070-50B1-338B-492F183C8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077AC-52BF-1958-3BCF-8F0EAB400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6173E-3EC3-47D4-14BB-103332D1A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3D1B-FA97-418C-A386-A958DE10A2FD}" type="datetimeFigureOut">
              <a:rPr lang="en-US" smtClean="0"/>
              <a:t>09-Aug-2026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906EB-8B60-C8CF-58D2-6D04292E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01F59-124C-02C6-E92C-2C230B83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8B8C-8CDA-447F-949F-A6F8C93F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59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4E695-C5F4-F755-C199-346AC9AE2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62F5C-44AC-E30F-BD0C-D7D51611F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DE8EB-9D22-9063-749A-DA00A007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3D1B-FA97-418C-A386-A958DE10A2FD}" type="datetimeFigureOut">
              <a:rPr lang="en-US" smtClean="0"/>
              <a:t>09-Aug-2026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9FCA0-537C-16EB-2FD1-163B2FF3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D0D1B-9C12-3DE6-D60D-D1D2C0A6F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8B8C-8CDA-447F-949F-A6F8C93F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EEFC9D-3F5D-B511-33EF-0F2329983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BD3742-9652-2436-F827-58E08CFD9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7E69E-9AC1-66AA-BD13-9FA4FF330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3D1B-FA97-418C-A386-A958DE10A2FD}" type="datetimeFigureOut">
              <a:rPr lang="en-US" smtClean="0"/>
              <a:t>09-Aug-2026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2CF7B-B9FB-FCA1-8BEC-0BF00DE1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017C7-D157-8334-2584-B93A81A9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8B8C-8CDA-447F-949F-A6F8C93F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5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15B7BA-F25C-A66E-58B1-BDDE3D274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A7D1A-5036-5C96-DCA9-EA62A728E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F0348-46C4-02E3-A873-BBAF984CFE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23D1B-FA97-418C-A386-A958DE10A2FD}" type="datetimeFigureOut">
              <a:rPr lang="en-US" smtClean="0"/>
              <a:t>09-Aug-2026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718E0-E754-B0E8-F940-B2904EA6B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4B585-51C3-208A-F4CD-C6FAEA38B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F8B8C-8CDA-447F-949F-A6F8C93F4D6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73640-50D7-7E49-9F02-94901A17777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140325" y="63500"/>
            <a:ext cx="19367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Information 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380026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F01335-8DA5-5E91-6170-E6BF00040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82" y="1812479"/>
            <a:ext cx="5582429" cy="47345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72B380-4423-CEB8-023B-0DBDFA384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491" y="1812479"/>
            <a:ext cx="5582429" cy="4734586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3ACE045-951C-FA10-65E9-1EC5B5A86130}"/>
              </a:ext>
            </a:extLst>
          </p:cNvPr>
          <p:cNvSpPr/>
          <p:nvPr/>
        </p:nvSpPr>
        <p:spPr>
          <a:xfrm>
            <a:off x="6542976" y="2121496"/>
            <a:ext cx="1135781" cy="1135781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D20E43-9E8B-86C6-5516-473EB57266A6}"/>
              </a:ext>
            </a:extLst>
          </p:cNvPr>
          <p:cNvSpPr txBox="1"/>
          <p:nvPr/>
        </p:nvSpPr>
        <p:spPr>
          <a:xfrm>
            <a:off x="10616665" y="161835"/>
            <a:ext cx="14507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Text Length</a:t>
            </a:r>
          </a:p>
          <a:p>
            <a:r>
              <a:rPr lang="en-IN" dirty="0"/>
              <a:t>Original: 257</a:t>
            </a:r>
          </a:p>
          <a:p>
            <a:r>
              <a:rPr lang="en-IN" dirty="0"/>
              <a:t>Revised: 320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87AE1-CDB4-689D-2BEC-2C61DFEA1ED8}"/>
              </a:ext>
            </a:extLst>
          </p:cNvPr>
          <p:cNvSpPr txBox="1"/>
          <p:nvPr/>
        </p:nvSpPr>
        <p:spPr>
          <a:xfrm>
            <a:off x="5959726" y="1537438"/>
            <a:ext cx="1855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Update Photo and Photo size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EA2309-CEAB-4804-AF84-5778E27B69D9}"/>
              </a:ext>
            </a:extLst>
          </p:cNvPr>
          <p:cNvSpPr txBox="1"/>
          <p:nvPr/>
        </p:nvSpPr>
        <p:spPr>
          <a:xfrm>
            <a:off x="9164029" y="2063453"/>
            <a:ext cx="2383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ighlight>
                  <a:srgbClr val="FFFF00"/>
                </a:highlight>
              </a:rPr>
              <a:t>Make designation pill colour same as MD </a:t>
            </a:r>
            <a:r>
              <a:rPr lang="en-IN" sz="1600" dirty="0" err="1">
                <a:highlight>
                  <a:srgbClr val="FFFF00"/>
                </a:highlight>
              </a:rPr>
              <a:t>san’s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3E2B46-3F6C-A158-D603-1E16FC9A29A4}"/>
              </a:ext>
            </a:extLst>
          </p:cNvPr>
          <p:cNvSpPr/>
          <p:nvPr/>
        </p:nvSpPr>
        <p:spPr>
          <a:xfrm>
            <a:off x="7779829" y="2220460"/>
            <a:ext cx="333375" cy="3333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9035A54-11E1-529F-06F0-6B9229A9082B}"/>
              </a:ext>
            </a:extLst>
          </p:cNvPr>
          <p:cNvSpPr/>
          <p:nvPr/>
        </p:nvSpPr>
        <p:spPr>
          <a:xfrm>
            <a:off x="8632331" y="2220460"/>
            <a:ext cx="333375" cy="3333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F9ADF5-8374-CE65-F85E-58BDB32F3A96}"/>
              </a:ext>
            </a:extLst>
          </p:cNvPr>
          <p:cNvSpPr/>
          <p:nvPr/>
        </p:nvSpPr>
        <p:spPr>
          <a:xfrm>
            <a:off x="7946088" y="2220459"/>
            <a:ext cx="805960" cy="3333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0D93E2-E69E-4129-82CB-69959C553D38}"/>
              </a:ext>
            </a:extLst>
          </p:cNvPr>
          <p:cNvSpPr txBox="1"/>
          <p:nvPr/>
        </p:nvSpPr>
        <p:spPr>
          <a:xfrm>
            <a:off x="7855595" y="2225563"/>
            <a:ext cx="10521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bg1"/>
                </a:solidFill>
              </a:rPr>
              <a:t>Chairman</a:t>
            </a:r>
            <a:endParaRPr lang="en-US" sz="15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43615F-302B-27D2-3916-3B76F79CEFA6}"/>
              </a:ext>
            </a:extLst>
          </p:cNvPr>
          <p:cNvSpPr txBox="1"/>
          <p:nvPr/>
        </p:nvSpPr>
        <p:spPr>
          <a:xfrm>
            <a:off x="518160" y="284483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Tone at the Top</a:t>
            </a:r>
          </a:p>
          <a:p>
            <a:r>
              <a:rPr lang="en-US" dirty="0"/>
              <a:t>Compliance begins with conviction at the highest level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DC3BD9-C219-1BF0-1A51-20B146571346}"/>
              </a:ext>
            </a:extLst>
          </p:cNvPr>
          <p:cNvSpPr txBox="1"/>
          <p:nvPr/>
        </p:nvSpPr>
        <p:spPr>
          <a:xfrm>
            <a:off x="6497589" y="3366429"/>
            <a:ext cx="4941936" cy="2475219"/>
          </a:xfrm>
          <a:prstGeom prst="rect">
            <a:avLst/>
          </a:prstGeom>
          <a:gradFill flip="none" rotWithShape="1">
            <a:gsLst>
              <a:gs pos="0">
                <a:srgbClr val="F3EEFE"/>
              </a:gs>
              <a:gs pos="100000">
                <a:srgbClr val="E9EFFD"/>
              </a:gs>
            </a:gsLst>
            <a:lin ang="0" scaled="1"/>
            <a:tileRect/>
          </a:gradFill>
        </p:spPr>
        <p:txBody>
          <a:bodyPr wrap="square">
            <a:noAutofit/>
          </a:bodyPr>
          <a:lstStyle/>
          <a:p>
            <a:pPr algn="just"/>
            <a:endParaRPr lang="en-US" sz="16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A669D-A147-7DA8-1DFF-556186C6CA63}"/>
              </a:ext>
            </a:extLst>
          </p:cNvPr>
          <p:cNvSpPr txBox="1"/>
          <p:nvPr/>
        </p:nvSpPr>
        <p:spPr>
          <a:xfrm>
            <a:off x="6684958" y="3460822"/>
            <a:ext cx="4561496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50" dirty="0"/>
              <a:t>A company cannot build a sustainable and profitable business by being non-compliant or unethical in its ways of working.</a:t>
            </a:r>
          </a:p>
          <a:p>
            <a:pPr algn="just"/>
            <a:endParaRPr lang="en-US" sz="1650" dirty="0"/>
          </a:p>
          <a:p>
            <a:pPr algn="just"/>
            <a:r>
              <a:rPr lang="en-US" sz="1650" dirty="0"/>
              <a:t>Business competitiveness and profitability requires a strong element of trust in all aspects of operations. Compliance with what is ‘right’ and ‘fair’ is a fundamental requirement of building trust.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ABEFF0-C846-F5C0-5CCF-8716C0CD6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6880" y="5552606"/>
            <a:ext cx="323895" cy="2857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89DEF90-AD2A-C506-1A11-5FDC100D6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137" y="3397178"/>
            <a:ext cx="371527" cy="30484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015EBD-89F5-A1CF-0B4A-EA4509A623F2}"/>
              </a:ext>
            </a:extLst>
          </p:cNvPr>
          <p:cNvSpPr txBox="1"/>
          <p:nvPr/>
        </p:nvSpPr>
        <p:spPr>
          <a:xfrm>
            <a:off x="9733447" y="4168160"/>
            <a:ext cx="2880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ighlight>
                  <a:srgbClr val="FFFF00"/>
                </a:highlight>
              </a:rPr>
              <a:t>Use ‘Justify’ text alignment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3740A5-37B4-311C-4772-0E9CEDB4B544}"/>
              </a:ext>
            </a:extLst>
          </p:cNvPr>
          <p:cNvSpPr txBox="1"/>
          <p:nvPr/>
        </p:nvSpPr>
        <p:spPr>
          <a:xfrm>
            <a:off x="7675792" y="2840053"/>
            <a:ext cx="2152512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30" b="1" dirty="0"/>
              <a:t>Mr. R C Bhargava</a:t>
            </a:r>
            <a:endParaRPr lang="en-US" sz="2030" b="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17AF19-E480-28A7-F819-7C7FEE589C36}"/>
              </a:ext>
            </a:extLst>
          </p:cNvPr>
          <p:cNvCxnSpPr/>
          <p:nvPr/>
        </p:nvCxnSpPr>
        <p:spPr>
          <a:xfrm>
            <a:off x="7779829" y="2781300"/>
            <a:ext cx="195361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A0B840E-B97D-AA2C-5E1F-BF8AFD1F376D}"/>
              </a:ext>
            </a:extLst>
          </p:cNvPr>
          <p:cNvSpPr txBox="1"/>
          <p:nvPr/>
        </p:nvSpPr>
        <p:spPr>
          <a:xfrm>
            <a:off x="9958411" y="2698907"/>
            <a:ext cx="185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Update Name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E994E5-2493-4FA7-7DBE-7DAE5707818F}"/>
              </a:ext>
            </a:extLst>
          </p:cNvPr>
          <p:cNvSpPr txBox="1"/>
          <p:nvPr/>
        </p:nvSpPr>
        <p:spPr>
          <a:xfrm>
            <a:off x="9795370" y="3186311"/>
            <a:ext cx="185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Update Message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81632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8016D-B5EB-404A-51B4-C13F087DD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0E2E07-24E2-A490-0C31-DB7817846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699" y="1793325"/>
            <a:ext cx="5553850" cy="4753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8477A3-25B1-4E15-092A-DCF5E1BC4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0942" y="5627490"/>
            <a:ext cx="323895" cy="28579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9C03CD0F-E669-DECF-F967-3BCE97F96E33}"/>
              </a:ext>
            </a:extLst>
          </p:cNvPr>
          <p:cNvSpPr/>
          <p:nvPr/>
        </p:nvSpPr>
        <p:spPr>
          <a:xfrm>
            <a:off x="6542976" y="2121496"/>
            <a:ext cx="1135781" cy="1135781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C92D4F-7134-39CC-3F83-9FFA8FC0B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94" y="1793325"/>
            <a:ext cx="5553850" cy="4753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3109C8-EF38-5672-E204-86A47E335D01}"/>
              </a:ext>
            </a:extLst>
          </p:cNvPr>
          <p:cNvSpPr txBox="1"/>
          <p:nvPr/>
        </p:nvSpPr>
        <p:spPr>
          <a:xfrm>
            <a:off x="10616666" y="161835"/>
            <a:ext cx="14507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Text Length</a:t>
            </a:r>
          </a:p>
          <a:p>
            <a:r>
              <a:rPr lang="en-IN" dirty="0"/>
              <a:t>Original: 261</a:t>
            </a:r>
          </a:p>
          <a:p>
            <a:r>
              <a:rPr lang="en-IN" dirty="0"/>
              <a:t>Revised: 310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091B68-225C-7BB4-68F8-79CBA34700F9}"/>
              </a:ext>
            </a:extLst>
          </p:cNvPr>
          <p:cNvSpPr txBox="1"/>
          <p:nvPr/>
        </p:nvSpPr>
        <p:spPr>
          <a:xfrm>
            <a:off x="5959726" y="1537438"/>
            <a:ext cx="1855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Update Photo and Photo size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B099AD-254D-46F0-4EEE-C162127E946E}"/>
              </a:ext>
            </a:extLst>
          </p:cNvPr>
          <p:cNvSpPr txBox="1"/>
          <p:nvPr/>
        </p:nvSpPr>
        <p:spPr>
          <a:xfrm>
            <a:off x="6497589" y="3366429"/>
            <a:ext cx="4941936" cy="2475219"/>
          </a:xfrm>
          <a:prstGeom prst="rect">
            <a:avLst/>
          </a:prstGeom>
          <a:gradFill flip="none" rotWithShape="1">
            <a:gsLst>
              <a:gs pos="0">
                <a:srgbClr val="F3EEFE"/>
              </a:gs>
              <a:gs pos="100000">
                <a:srgbClr val="E9EFFD"/>
              </a:gs>
            </a:gsLst>
            <a:lin ang="0" scaled="1"/>
            <a:tileRect/>
          </a:gradFill>
        </p:spPr>
        <p:txBody>
          <a:bodyPr wrap="square">
            <a:noAutofit/>
          </a:bodyPr>
          <a:lstStyle/>
          <a:p>
            <a:pPr algn="just"/>
            <a:endParaRPr lang="en-US" sz="16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D636EF-0A07-D312-FAD3-904191016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880" y="5228756"/>
            <a:ext cx="323895" cy="2857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7B69B1-3A2A-9647-4860-31F710C85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137" y="3397178"/>
            <a:ext cx="371527" cy="304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DEB7AD-1EF1-D919-16C0-E136EC3D439E}"/>
              </a:ext>
            </a:extLst>
          </p:cNvPr>
          <p:cNvSpPr txBox="1"/>
          <p:nvPr/>
        </p:nvSpPr>
        <p:spPr>
          <a:xfrm>
            <a:off x="6684614" y="3457106"/>
            <a:ext cx="455402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50" dirty="0"/>
              <a:t>Compliance is the bedrock on which we build credibility, and credibility is what allows growth to be both strong and sustainable.</a:t>
            </a:r>
          </a:p>
          <a:p>
            <a:pPr algn="just"/>
            <a:endParaRPr lang="en-US" sz="1650" dirty="0"/>
          </a:p>
          <a:p>
            <a:pPr algn="just"/>
            <a:r>
              <a:rPr lang="en-US" sz="1650" dirty="0"/>
              <a:t>The cost of non-compliance is enormous. It can damage our financial health, erode our hard-earned reputation, demoralize our workforce, and even compromise our license to operate.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6D8682-4CF9-7D42-088C-C8F12306B141}"/>
              </a:ext>
            </a:extLst>
          </p:cNvPr>
          <p:cNvSpPr txBox="1"/>
          <p:nvPr/>
        </p:nvSpPr>
        <p:spPr>
          <a:xfrm>
            <a:off x="9901949" y="4158406"/>
            <a:ext cx="2880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ighlight>
                  <a:srgbClr val="FFFF00"/>
                </a:highlight>
              </a:rPr>
              <a:t>Use ‘Justify’ text alignment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B96A52-72BE-31D7-994C-6D08001D894F}"/>
              </a:ext>
            </a:extLst>
          </p:cNvPr>
          <p:cNvSpPr txBox="1"/>
          <p:nvPr/>
        </p:nvSpPr>
        <p:spPr>
          <a:xfrm>
            <a:off x="7678757" y="3143832"/>
            <a:ext cx="185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Update Message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BF73AA9-B84E-8589-C705-95B700B027BB}"/>
              </a:ext>
            </a:extLst>
          </p:cNvPr>
          <p:cNvSpPr/>
          <p:nvPr/>
        </p:nvSpPr>
        <p:spPr>
          <a:xfrm>
            <a:off x="7779829" y="2220460"/>
            <a:ext cx="333375" cy="3333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4D36CA0-D10A-37CC-BC7E-988B23493BD2}"/>
              </a:ext>
            </a:extLst>
          </p:cNvPr>
          <p:cNvSpPr/>
          <p:nvPr/>
        </p:nvSpPr>
        <p:spPr>
          <a:xfrm>
            <a:off x="10133471" y="2220460"/>
            <a:ext cx="333375" cy="3333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8BC9B2-C81E-4B2A-0D22-CE00362B95B0}"/>
              </a:ext>
            </a:extLst>
          </p:cNvPr>
          <p:cNvSpPr/>
          <p:nvPr/>
        </p:nvSpPr>
        <p:spPr>
          <a:xfrm>
            <a:off x="7946087" y="2220459"/>
            <a:ext cx="2359963" cy="3333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AF7478-6DE8-9106-06A2-0B6F88A2DA57}"/>
              </a:ext>
            </a:extLst>
          </p:cNvPr>
          <p:cNvSpPr txBox="1"/>
          <p:nvPr/>
        </p:nvSpPr>
        <p:spPr>
          <a:xfrm>
            <a:off x="7855594" y="2225563"/>
            <a:ext cx="26112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bg1"/>
                </a:solidFill>
              </a:rPr>
              <a:t>Managing Director and CEO</a:t>
            </a:r>
            <a:endParaRPr lang="en-US" sz="150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963CF1-2CDA-DFF4-3D01-59ADF3270F85}"/>
              </a:ext>
            </a:extLst>
          </p:cNvPr>
          <p:cNvSpPr txBox="1"/>
          <p:nvPr/>
        </p:nvSpPr>
        <p:spPr>
          <a:xfrm>
            <a:off x="9901949" y="1796129"/>
            <a:ext cx="2054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ighlight>
                  <a:srgbClr val="FFFF00"/>
                </a:highlight>
              </a:rPr>
              <a:t>Update designation</a:t>
            </a:r>
            <a:endParaRPr lang="en-US" sz="1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90594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64908-3F1F-9919-7EE1-788778E59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2679EF2-A23B-5489-3A5C-EC3F7FD2C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988" y="1821632"/>
            <a:ext cx="5525271" cy="47155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5900AD-4172-51FF-96B0-32A6CFD52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0942" y="5627490"/>
            <a:ext cx="323895" cy="28579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B234FDD-7B1B-DB9B-485E-15D913FB99D5}"/>
              </a:ext>
            </a:extLst>
          </p:cNvPr>
          <p:cNvSpPr/>
          <p:nvPr/>
        </p:nvSpPr>
        <p:spPr>
          <a:xfrm>
            <a:off x="6542976" y="2121496"/>
            <a:ext cx="1135781" cy="1135781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E26A24-BD15-BE05-F501-E3D4FE71E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89" y="1821633"/>
            <a:ext cx="5525271" cy="4715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F1092B-2AEE-3BCA-A2F6-A76DD63AE582}"/>
              </a:ext>
            </a:extLst>
          </p:cNvPr>
          <p:cNvSpPr txBox="1"/>
          <p:nvPr/>
        </p:nvSpPr>
        <p:spPr>
          <a:xfrm>
            <a:off x="10481912" y="161835"/>
            <a:ext cx="14507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Text Length</a:t>
            </a:r>
          </a:p>
          <a:p>
            <a:r>
              <a:rPr lang="en-IN" dirty="0"/>
              <a:t>Original: 232</a:t>
            </a:r>
          </a:p>
          <a:p>
            <a:r>
              <a:rPr lang="en-IN" dirty="0"/>
              <a:t>Revised: 319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57AF6D-B22E-3E0D-7140-E0A1AEEAC9E6}"/>
              </a:ext>
            </a:extLst>
          </p:cNvPr>
          <p:cNvSpPr txBox="1"/>
          <p:nvPr/>
        </p:nvSpPr>
        <p:spPr>
          <a:xfrm>
            <a:off x="5959726" y="1537438"/>
            <a:ext cx="1855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Update Photo and Photo size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6B7D5E-51DA-66C1-E074-5E2CE9263C85}"/>
              </a:ext>
            </a:extLst>
          </p:cNvPr>
          <p:cNvSpPr txBox="1"/>
          <p:nvPr/>
        </p:nvSpPr>
        <p:spPr>
          <a:xfrm>
            <a:off x="9052478" y="1608643"/>
            <a:ext cx="2880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ighlight>
                  <a:srgbClr val="FFFF00"/>
                </a:highlight>
              </a:rPr>
              <a:t>Update designation and make colour same as MD </a:t>
            </a:r>
            <a:r>
              <a:rPr lang="en-IN" sz="1600" dirty="0" err="1">
                <a:highlight>
                  <a:srgbClr val="FFFF00"/>
                </a:highlight>
              </a:rPr>
              <a:t>san’s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9C0C154-DB18-58F6-98E3-59BDA290926A}"/>
              </a:ext>
            </a:extLst>
          </p:cNvPr>
          <p:cNvSpPr/>
          <p:nvPr/>
        </p:nvSpPr>
        <p:spPr>
          <a:xfrm>
            <a:off x="7779829" y="2220460"/>
            <a:ext cx="333375" cy="3333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A075E00-3B5E-DFF9-3D49-5966F6C4071A}"/>
              </a:ext>
            </a:extLst>
          </p:cNvPr>
          <p:cNvSpPr/>
          <p:nvPr/>
        </p:nvSpPr>
        <p:spPr>
          <a:xfrm>
            <a:off x="10133471" y="2220460"/>
            <a:ext cx="333375" cy="3333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4B6C78-FC86-9DB0-30F1-A3B5F40B7AD0}"/>
              </a:ext>
            </a:extLst>
          </p:cNvPr>
          <p:cNvSpPr/>
          <p:nvPr/>
        </p:nvSpPr>
        <p:spPr>
          <a:xfrm>
            <a:off x="7946087" y="2220459"/>
            <a:ext cx="2359963" cy="3333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261C25-D167-4925-E65E-413FC7AC001B}"/>
              </a:ext>
            </a:extLst>
          </p:cNvPr>
          <p:cNvSpPr txBox="1"/>
          <p:nvPr/>
        </p:nvSpPr>
        <p:spPr>
          <a:xfrm>
            <a:off x="7855594" y="2225563"/>
            <a:ext cx="26112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bg1"/>
                </a:solidFill>
              </a:rPr>
              <a:t>Sr. EO and General Counsel</a:t>
            </a:r>
            <a:endParaRPr lang="en-US" sz="15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7C9217-7225-EA56-5891-840A3A329D7F}"/>
              </a:ext>
            </a:extLst>
          </p:cNvPr>
          <p:cNvSpPr txBox="1"/>
          <p:nvPr/>
        </p:nvSpPr>
        <p:spPr>
          <a:xfrm>
            <a:off x="6497589" y="3366429"/>
            <a:ext cx="4941936" cy="2475219"/>
          </a:xfrm>
          <a:prstGeom prst="rect">
            <a:avLst/>
          </a:prstGeom>
          <a:gradFill flip="none" rotWithShape="1">
            <a:gsLst>
              <a:gs pos="0">
                <a:srgbClr val="F3EEFE"/>
              </a:gs>
              <a:gs pos="100000">
                <a:srgbClr val="E9EFFD"/>
              </a:gs>
            </a:gsLst>
            <a:lin ang="0" scaled="1"/>
            <a:tileRect/>
          </a:gradFill>
        </p:spPr>
        <p:txBody>
          <a:bodyPr wrap="square">
            <a:noAutofit/>
          </a:bodyPr>
          <a:lstStyle/>
          <a:p>
            <a:pPr algn="just"/>
            <a:endParaRPr lang="en-US" sz="16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97B703A-AAF7-240E-C0EE-310617C2E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880" y="5685956"/>
            <a:ext cx="323895" cy="28579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AD5645F-E3E0-8E84-E57A-D18F716DD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137" y="3397178"/>
            <a:ext cx="371527" cy="304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4DF115-5D21-1708-A072-3E436872D3F9}"/>
              </a:ext>
            </a:extLst>
          </p:cNvPr>
          <p:cNvSpPr txBox="1"/>
          <p:nvPr/>
        </p:nvSpPr>
        <p:spPr>
          <a:xfrm>
            <a:off x="6706737" y="3430206"/>
            <a:ext cx="4485138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50" dirty="0"/>
              <a:t>New business risks and regulatory demands driven by need for sustainable future are placing increased responsibility and accountability on companies.</a:t>
            </a:r>
          </a:p>
          <a:p>
            <a:pPr algn="just"/>
            <a:endParaRPr lang="en-US" sz="1650" dirty="0"/>
          </a:p>
          <a:p>
            <a:pPr algn="just"/>
            <a:r>
              <a:rPr lang="en-US" sz="1650" dirty="0"/>
              <a:t>To successfully meet such evolving requirements, employees need to be constantly vigilant, be highly accountable and demonstrate individual ownership of Compliance.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C0A927-4649-4B02-86F1-FD141E913417}"/>
              </a:ext>
            </a:extLst>
          </p:cNvPr>
          <p:cNvSpPr txBox="1"/>
          <p:nvPr/>
        </p:nvSpPr>
        <p:spPr>
          <a:xfrm>
            <a:off x="9666772" y="4326029"/>
            <a:ext cx="2880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ighlight>
                  <a:srgbClr val="FFFF00"/>
                </a:highlight>
              </a:rPr>
              <a:t>Use ‘Justify’ text alignment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C0147-4253-D628-CEB6-261EF7B23B4E}"/>
              </a:ext>
            </a:extLst>
          </p:cNvPr>
          <p:cNvSpPr txBox="1"/>
          <p:nvPr/>
        </p:nvSpPr>
        <p:spPr>
          <a:xfrm>
            <a:off x="7590716" y="3125679"/>
            <a:ext cx="185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Update Message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3331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</TotalTime>
  <Words>266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HO/Singh Nitin Kumar, DPM(I-COMP)</dc:creator>
  <cp:lastModifiedBy>HO/Singh Nitin Kumar, DPM(I-COMP)</cp:lastModifiedBy>
  <cp:revision>4</cp:revision>
  <dcterms:created xsi:type="dcterms:W3CDTF">2026-07-30T07:13:03Z</dcterms:created>
  <dcterms:modified xsi:type="dcterms:W3CDTF">2026-08-08T20:38:03Z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2bc035-94f5-49f9-9c20-c5b9a6df9479_Enabled">
    <vt:lpwstr>true</vt:lpwstr>
  </property>
  <property fmtid="{D5CDD505-2E9C-101B-9397-08002B2CF9AE}" pid="3" name="MSIP_Label_bf2bc035-94f5-49f9-9c20-c5b9a6df9479_SetDate">
    <vt:lpwstr>2026-07-30T07:23:46Z</vt:lpwstr>
  </property>
  <property fmtid="{D5CDD505-2E9C-101B-9397-08002B2CF9AE}" pid="4" name="MSIP_Label_bf2bc035-94f5-49f9-9c20-c5b9a6df9479_Method">
    <vt:lpwstr>Privileged</vt:lpwstr>
  </property>
  <property fmtid="{D5CDD505-2E9C-101B-9397-08002B2CF9AE}" pid="5" name="MSIP_Label_bf2bc035-94f5-49f9-9c20-c5b9a6df9479_Name">
    <vt:lpwstr>3-Internal</vt:lpwstr>
  </property>
  <property fmtid="{D5CDD505-2E9C-101B-9397-08002B2CF9AE}" pid="6" name="MSIP_Label_bf2bc035-94f5-49f9-9c20-c5b9a6df9479_SiteId">
    <vt:lpwstr>d78a8218-4135-4026-a3a8-1cdd7223b4d5</vt:lpwstr>
  </property>
  <property fmtid="{D5CDD505-2E9C-101B-9397-08002B2CF9AE}" pid="7" name="MSIP_Label_bf2bc035-94f5-49f9-9c20-c5b9a6df9479_ActionId">
    <vt:lpwstr>1f5b3ea2-62a0-4a44-b851-f8e0f3f48dd1</vt:lpwstr>
  </property>
  <property fmtid="{D5CDD505-2E9C-101B-9397-08002B2CF9AE}" pid="8" name="MSIP_Label_bf2bc035-94f5-49f9-9c20-c5b9a6df9479_ContentBits">
    <vt:lpwstr>1</vt:lpwstr>
  </property>
  <property fmtid="{D5CDD505-2E9C-101B-9397-08002B2CF9AE}" pid="9" name="MSIP_Label_bf2bc035-94f5-49f9-9c20-c5b9a6df9479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Information Classification: Internal</vt:lpwstr>
  </property>
</Properties>
</file>